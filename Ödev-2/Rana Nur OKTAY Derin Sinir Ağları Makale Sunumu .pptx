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107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media/image1.jpeg" ContentType="image/jpeg"/>
  <Override PartName="/ppt/media/image2.png" ContentType="image/png"/>
  <Override PartName="/ppt/media/image3.jpeg" ContentType="image/jpeg"/>
  <Override PartName="/ppt/media/image5.png" ContentType="image/png"/>
  <Override PartName="/ppt/media/image4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jpeg" ContentType="image/jpe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jpeg" ContentType="image/jpe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ubTitle"/>
          </p:nvPr>
        </p:nvSpPr>
        <p:spPr>
          <a:xfrm>
            <a:off x="468000" y="18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subTitle"/>
          </p:nvPr>
        </p:nvSpPr>
        <p:spPr>
          <a:xfrm>
            <a:off x="468000" y="46800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511668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/>
          </p:nvPr>
        </p:nvSpPr>
        <p:spPr>
          <a:xfrm>
            <a:off x="468000" y="35175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/>
          </p:nvPr>
        </p:nvSpPr>
        <p:spPr>
          <a:xfrm>
            <a:off x="511668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3535200" y="18000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6602040" y="18000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/>
          </p:nvPr>
        </p:nvSpPr>
        <p:spPr>
          <a:xfrm>
            <a:off x="468000" y="35175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/>
          </p:nvPr>
        </p:nvSpPr>
        <p:spPr>
          <a:xfrm>
            <a:off x="3535200" y="35175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7"/>
          <p:cNvSpPr>
            <a:spLocks noGrp="1"/>
          </p:cNvSpPr>
          <p:nvPr>
            <p:ph/>
          </p:nvPr>
        </p:nvSpPr>
        <p:spPr>
          <a:xfrm>
            <a:off x="6602040" y="35175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468000" y="18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ubTitle"/>
          </p:nvPr>
        </p:nvSpPr>
        <p:spPr>
          <a:xfrm>
            <a:off x="468000" y="46800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/>
          </p:nvPr>
        </p:nvSpPr>
        <p:spPr>
          <a:xfrm>
            <a:off x="511668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8000" y="35175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/>
          </p:nvPr>
        </p:nvSpPr>
        <p:spPr>
          <a:xfrm>
            <a:off x="511668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3535200" y="18000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6602040" y="18000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/>
          </p:nvPr>
        </p:nvSpPr>
        <p:spPr>
          <a:xfrm>
            <a:off x="468000" y="35175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6"/>
          <p:cNvSpPr>
            <a:spLocks noGrp="1"/>
          </p:cNvSpPr>
          <p:nvPr>
            <p:ph/>
          </p:nvPr>
        </p:nvSpPr>
        <p:spPr>
          <a:xfrm>
            <a:off x="3535200" y="35175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7"/>
          <p:cNvSpPr>
            <a:spLocks noGrp="1"/>
          </p:cNvSpPr>
          <p:nvPr>
            <p:ph/>
          </p:nvPr>
        </p:nvSpPr>
        <p:spPr>
          <a:xfrm>
            <a:off x="6602040" y="35175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ubTitle"/>
          </p:nvPr>
        </p:nvSpPr>
        <p:spPr>
          <a:xfrm>
            <a:off x="468000" y="18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ubTitle"/>
          </p:nvPr>
        </p:nvSpPr>
        <p:spPr>
          <a:xfrm>
            <a:off x="468000" y="46800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/>
          </p:nvPr>
        </p:nvSpPr>
        <p:spPr>
          <a:xfrm>
            <a:off x="511668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468000" y="35175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5"/>
          <p:cNvSpPr>
            <a:spLocks noGrp="1"/>
          </p:cNvSpPr>
          <p:nvPr>
            <p:ph/>
          </p:nvPr>
        </p:nvSpPr>
        <p:spPr>
          <a:xfrm>
            <a:off x="511668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3535200" y="18000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6602040" y="18000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/>
          </p:nvPr>
        </p:nvSpPr>
        <p:spPr>
          <a:xfrm>
            <a:off x="468000" y="35175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6"/>
          <p:cNvSpPr>
            <a:spLocks noGrp="1"/>
          </p:cNvSpPr>
          <p:nvPr>
            <p:ph/>
          </p:nvPr>
        </p:nvSpPr>
        <p:spPr>
          <a:xfrm>
            <a:off x="3535200" y="35175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7"/>
          <p:cNvSpPr>
            <a:spLocks noGrp="1"/>
          </p:cNvSpPr>
          <p:nvPr>
            <p:ph/>
          </p:nvPr>
        </p:nvSpPr>
        <p:spPr>
          <a:xfrm>
            <a:off x="6602040" y="35175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ubTitle"/>
          </p:nvPr>
        </p:nvSpPr>
        <p:spPr>
          <a:xfrm>
            <a:off x="468000" y="18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ubTitle"/>
          </p:nvPr>
        </p:nvSpPr>
        <p:spPr>
          <a:xfrm>
            <a:off x="468000" y="46800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/>
          </p:nvPr>
        </p:nvSpPr>
        <p:spPr>
          <a:xfrm>
            <a:off x="511668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468000" y="35175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5"/>
          <p:cNvSpPr>
            <a:spLocks noGrp="1"/>
          </p:cNvSpPr>
          <p:nvPr>
            <p:ph/>
          </p:nvPr>
        </p:nvSpPr>
        <p:spPr>
          <a:xfrm>
            <a:off x="511668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/>
          </p:nvPr>
        </p:nvSpPr>
        <p:spPr>
          <a:xfrm>
            <a:off x="3535200" y="18000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/>
          </p:nvPr>
        </p:nvSpPr>
        <p:spPr>
          <a:xfrm>
            <a:off x="6602040" y="18000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5"/>
          <p:cNvSpPr>
            <a:spLocks noGrp="1"/>
          </p:cNvSpPr>
          <p:nvPr>
            <p:ph/>
          </p:nvPr>
        </p:nvSpPr>
        <p:spPr>
          <a:xfrm>
            <a:off x="468000" y="35175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6"/>
          <p:cNvSpPr>
            <a:spLocks noGrp="1"/>
          </p:cNvSpPr>
          <p:nvPr>
            <p:ph/>
          </p:nvPr>
        </p:nvSpPr>
        <p:spPr>
          <a:xfrm>
            <a:off x="3535200" y="35175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7"/>
          <p:cNvSpPr>
            <a:spLocks noGrp="1"/>
          </p:cNvSpPr>
          <p:nvPr>
            <p:ph/>
          </p:nvPr>
        </p:nvSpPr>
        <p:spPr>
          <a:xfrm>
            <a:off x="6602040" y="35175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subTitle"/>
          </p:nvPr>
        </p:nvSpPr>
        <p:spPr>
          <a:xfrm>
            <a:off x="468000" y="18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ubTitle"/>
          </p:nvPr>
        </p:nvSpPr>
        <p:spPr>
          <a:xfrm>
            <a:off x="468000" y="46800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4"/>
          <p:cNvSpPr>
            <a:spLocks noGrp="1"/>
          </p:cNvSpPr>
          <p:nvPr>
            <p:ph/>
          </p:nvPr>
        </p:nvSpPr>
        <p:spPr>
          <a:xfrm>
            <a:off x="511668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/>
          </p:nvPr>
        </p:nvSpPr>
        <p:spPr>
          <a:xfrm>
            <a:off x="468000" y="35175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5"/>
          <p:cNvSpPr>
            <a:spLocks noGrp="1"/>
          </p:cNvSpPr>
          <p:nvPr>
            <p:ph/>
          </p:nvPr>
        </p:nvSpPr>
        <p:spPr>
          <a:xfrm>
            <a:off x="511668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/>
          </p:nvPr>
        </p:nvSpPr>
        <p:spPr>
          <a:xfrm>
            <a:off x="3535200" y="18000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4"/>
          <p:cNvSpPr>
            <a:spLocks noGrp="1"/>
          </p:cNvSpPr>
          <p:nvPr>
            <p:ph/>
          </p:nvPr>
        </p:nvSpPr>
        <p:spPr>
          <a:xfrm>
            <a:off x="6602040" y="18000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5"/>
          <p:cNvSpPr>
            <a:spLocks noGrp="1"/>
          </p:cNvSpPr>
          <p:nvPr>
            <p:ph/>
          </p:nvPr>
        </p:nvSpPr>
        <p:spPr>
          <a:xfrm>
            <a:off x="468000" y="35175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6"/>
          <p:cNvSpPr>
            <a:spLocks noGrp="1"/>
          </p:cNvSpPr>
          <p:nvPr>
            <p:ph/>
          </p:nvPr>
        </p:nvSpPr>
        <p:spPr>
          <a:xfrm>
            <a:off x="3535200" y="35175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7"/>
          <p:cNvSpPr>
            <a:spLocks noGrp="1"/>
          </p:cNvSpPr>
          <p:nvPr>
            <p:ph/>
          </p:nvPr>
        </p:nvSpPr>
        <p:spPr>
          <a:xfrm>
            <a:off x="6602040" y="35175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subTitle"/>
          </p:nvPr>
        </p:nvSpPr>
        <p:spPr>
          <a:xfrm>
            <a:off x="468000" y="18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ubTitle"/>
          </p:nvPr>
        </p:nvSpPr>
        <p:spPr>
          <a:xfrm>
            <a:off x="468000" y="46800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4"/>
          <p:cNvSpPr>
            <a:spLocks noGrp="1"/>
          </p:cNvSpPr>
          <p:nvPr>
            <p:ph/>
          </p:nvPr>
        </p:nvSpPr>
        <p:spPr>
          <a:xfrm>
            <a:off x="511668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/>
          </p:nvPr>
        </p:nvSpPr>
        <p:spPr>
          <a:xfrm>
            <a:off x="468000" y="35175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5"/>
          <p:cNvSpPr>
            <a:spLocks noGrp="1"/>
          </p:cNvSpPr>
          <p:nvPr>
            <p:ph/>
          </p:nvPr>
        </p:nvSpPr>
        <p:spPr>
          <a:xfrm>
            <a:off x="511668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/>
          </p:nvPr>
        </p:nvSpPr>
        <p:spPr>
          <a:xfrm>
            <a:off x="3535200" y="18000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4"/>
          <p:cNvSpPr>
            <a:spLocks noGrp="1"/>
          </p:cNvSpPr>
          <p:nvPr>
            <p:ph/>
          </p:nvPr>
        </p:nvSpPr>
        <p:spPr>
          <a:xfrm>
            <a:off x="6602040" y="18000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5"/>
          <p:cNvSpPr>
            <a:spLocks noGrp="1"/>
          </p:cNvSpPr>
          <p:nvPr>
            <p:ph/>
          </p:nvPr>
        </p:nvSpPr>
        <p:spPr>
          <a:xfrm>
            <a:off x="468000" y="35175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6"/>
          <p:cNvSpPr>
            <a:spLocks noGrp="1"/>
          </p:cNvSpPr>
          <p:nvPr>
            <p:ph/>
          </p:nvPr>
        </p:nvSpPr>
        <p:spPr>
          <a:xfrm>
            <a:off x="3535200" y="35175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7"/>
          <p:cNvSpPr>
            <a:spLocks noGrp="1"/>
          </p:cNvSpPr>
          <p:nvPr>
            <p:ph/>
          </p:nvPr>
        </p:nvSpPr>
        <p:spPr>
          <a:xfrm>
            <a:off x="6602040" y="35175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 type="subTitle"/>
          </p:nvPr>
        </p:nvSpPr>
        <p:spPr>
          <a:xfrm>
            <a:off x="468000" y="18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ubTitle"/>
          </p:nvPr>
        </p:nvSpPr>
        <p:spPr>
          <a:xfrm>
            <a:off x="468000" y="46800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PlaceHolder 4"/>
          <p:cNvSpPr>
            <a:spLocks noGrp="1"/>
          </p:cNvSpPr>
          <p:nvPr>
            <p:ph/>
          </p:nvPr>
        </p:nvSpPr>
        <p:spPr>
          <a:xfrm>
            <a:off x="511668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/>
          </p:nvPr>
        </p:nvSpPr>
        <p:spPr>
          <a:xfrm>
            <a:off x="468000" y="35175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PlaceHolder 5"/>
          <p:cNvSpPr>
            <a:spLocks noGrp="1"/>
          </p:cNvSpPr>
          <p:nvPr>
            <p:ph/>
          </p:nvPr>
        </p:nvSpPr>
        <p:spPr>
          <a:xfrm>
            <a:off x="511668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/>
          </p:nvPr>
        </p:nvSpPr>
        <p:spPr>
          <a:xfrm>
            <a:off x="3535200" y="18000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4"/>
          <p:cNvSpPr>
            <a:spLocks noGrp="1"/>
          </p:cNvSpPr>
          <p:nvPr>
            <p:ph/>
          </p:nvPr>
        </p:nvSpPr>
        <p:spPr>
          <a:xfrm>
            <a:off x="6602040" y="18000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PlaceHolder 5"/>
          <p:cNvSpPr>
            <a:spLocks noGrp="1"/>
          </p:cNvSpPr>
          <p:nvPr>
            <p:ph/>
          </p:nvPr>
        </p:nvSpPr>
        <p:spPr>
          <a:xfrm>
            <a:off x="468000" y="35175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PlaceHolder 6"/>
          <p:cNvSpPr>
            <a:spLocks noGrp="1"/>
          </p:cNvSpPr>
          <p:nvPr>
            <p:ph/>
          </p:nvPr>
        </p:nvSpPr>
        <p:spPr>
          <a:xfrm>
            <a:off x="3535200" y="35175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PlaceHolder 7"/>
          <p:cNvSpPr>
            <a:spLocks noGrp="1"/>
          </p:cNvSpPr>
          <p:nvPr>
            <p:ph/>
          </p:nvPr>
        </p:nvSpPr>
        <p:spPr>
          <a:xfrm>
            <a:off x="6602040" y="35175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2"/>
          <p:cNvSpPr>
            <a:spLocks noGrp="1"/>
          </p:cNvSpPr>
          <p:nvPr>
            <p:ph type="subTitle"/>
          </p:nvPr>
        </p:nvSpPr>
        <p:spPr>
          <a:xfrm>
            <a:off x="468000" y="18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ubTitle"/>
          </p:nvPr>
        </p:nvSpPr>
        <p:spPr>
          <a:xfrm>
            <a:off x="468000" y="46800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PlaceHolder 4"/>
          <p:cNvSpPr>
            <a:spLocks noGrp="1"/>
          </p:cNvSpPr>
          <p:nvPr>
            <p:ph/>
          </p:nvPr>
        </p:nvSpPr>
        <p:spPr>
          <a:xfrm>
            <a:off x="511668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/>
          </p:nvPr>
        </p:nvSpPr>
        <p:spPr>
          <a:xfrm>
            <a:off x="468000" y="35175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PlaceHolder 5"/>
          <p:cNvSpPr>
            <a:spLocks noGrp="1"/>
          </p:cNvSpPr>
          <p:nvPr>
            <p:ph/>
          </p:nvPr>
        </p:nvSpPr>
        <p:spPr>
          <a:xfrm>
            <a:off x="511668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/>
          </p:nvPr>
        </p:nvSpPr>
        <p:spPr>
          <a:xfrm>
            <a:off x="3535200" y="18000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PlaceHolder 4"/>
          <p:cNvSpPr>
            <a:spLocks noGrp="1"/>
          </p:cNvSpPr>
          <p:nvPr>
            <p:ph/>
          </p:nvPr>
        </p:nvSpPr>
        <p:spPr>
          <a:xfrm>
            <a:off x="6602040" y="18000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5"/>
          <p:cNvSpPr>
            <a:spLocks noGrp="1"/>
          </p:cNvSpPr>
          <p:nvPr>
            <p:ph/>
          </p:nvPr>
        </p:nvSpPr>
        <p:spPr>
          <a:xfrm>
            <a:off x="468000" y="35175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PlaceHolder 6"/>
          <p:cNvSpPr>
            <a:spLocks noGrp="1"/>
          </p:cNvSpPr>
          <p:nvPr>
            <p:ph/>
          </p:nvPr>
        </p:nvSpPr>
        <p:spPr>
          <a:xfrm>
            <a:off x="3535200" y="35175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PlaceHolder 7"/>
          <p:cNvSpPr>
            <a:spLocks noGrp="1"/>
          </p:cNvSpPr>
          <p:nvPr>
            <p:ph/>
          </p:nvPr>
        </p:nvSpPr>
        <p:spPr>
          <a:xfrm>
            <a:off x="6602040" y="35175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PlaceHolder 2"/>
          <p:cNvSpPr>
            <a:spLocks noGrp="1"/>
          </p:cNvSpPr>
          <p:nvPr>
            <p:ph type="subTitle"/>
          </p:nvPr>
        </p:nvSpPr>
        <p:spPr>
          <a:xfrm>
            <a:off x="468000" y="18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subTitle"/>
          </p:nvPr>
        </p:nvSpPr>
        <p:spPr>
          <a:xfrm>
            <a:off x="468000" y="46800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PlaceHolder 4"/>
          <p:cNvSpPr>
            <a:spLocks noGrp="1"/>
          </p:cNvSpPr>
          <p:nvPr>
            <p:ph/>
          </p:nvPr>
        </p:nvSpPr>
        <p:spPr>
          <a:xfrm>
            <a:off x="511668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/>
          </p:nvPr>
        </p:nvSpPr>
        <p:spPr>
          <a:xfrm>
            <a:off x="468000" y="35175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/>
          </p:nvPr>
        </p:nvSpPr>
        <p:spPr>
          <a:xfrm>
            <a:off x="5116680" y="18000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PlaceHolder 4"/>
          <p:cNvSpPr>
            <a:spLocks noGrp="1"/>
          </p:cNvSpPr>
          <p:nvPr>
            <p:ph/>
          </p:nvPr>
        </p:nvSpPr>
        <p:spPr>
          <a:xfrm>
            <a:off x="46800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PlaceHolder 5"/>
          <p:cNvSpPr>
            <a:spLocks noGrp="1"/>
          </p:cNvSpPr>
          <p:nvPr>
            <p:ph/>
          </p:nvPr>
        </p:nvSpPr>
        <p:spPr>
          <a:xfrm>
            <a:off x="5116680" y="35175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/>
          </p:nvPr>
        </p:nvSpPr>
        <p:spPr>
          <a:xfrm>
            <a:off x="3535200" y="18000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PlaceHolder 4"/>
          <p:cNvSpPr>
            <a:spLocks noGrp="1"/>
          </p:cNvSpPr>
          <p:nvPr>
            <p:ph/>
          </p:nvPr>
        </p:nvSpPr>
        <p:spPr>
          <a:xfrm>
            <a:off x="6602040" y="18000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PlaceHolder 5"/>
          <p:cNvSpPr>
            <a:spLocks noGrp="1"/>
          </p:cNvSpPr>
          <p:nvPr>
            <p:ph/>
          </p:nvPr>
        </p:nvSpPr>
        <p:spPr>
          <a:xfrm>
            <a:off x="468000" y="35175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PlaceHolder 6"/>
          <p:cNvSpPr>
            <a:spLocks noGrp="1"/>
          </p:cNvSpPr>
          <p:nvPr>
            <p:ph/>
          </p:nvPr>
        </p:nvSpPr>
        <p:spPr>
          <a:xfrm>
            <a:off x="3535200" y="35175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PlaceHolder 7"/>
          <p:cNvSpPr>
            <a:spLocks noGrp="1"/>
          </p:cNvSpPr>
          <p:nvPr>
            <p:ph/>
          </p:nvPr>
        </p:nvSpPr>
        <p:spPr>
          <a:xfrm>
            <a:off x="6602040" y="35175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2.png"/><Relationship Id="rId15" Type="http://schemas.openxmlformats.org/officeDocument/2006/relationships/hyperlink" Target="https://icons8.com/illustrations/author/5ec7b0e101d0360016f3d1b3" TargetMode="External"/><Relationship Id="rId16" Type="http://schemas.openxmlformats.org/officeDocument/2006/relationships/hyperlink" Target="https://icons8.com/" TargetMode="External"/><Relationship Id="rId17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15.xml"/><Relationship Id="rId20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Relationship Id="rId3" Type="http://schemas.openxmlformats.org/officeDocument/2006/relationships/image" Target="../media/image3.jpeg"/><Relationship Id="rId4" Type="http://schemas.openxmlformats.org/officeDocument/2006/relationships/image" Target="../media/image3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79.xml"/><Relationship Id="rId15" Type="http://schemas.openxmlformats.org/officeDocument/2006/relationships/slideLayout" Target="../slideLayouts/slideLayout80.xml"/><Relationship Id="rId16" Type="http://schemas.openxmlformats.org/officeDocument/2006/relationships/slideLayout" Target="../slideLayouts/slideLayout81.xml"/><Relationship Id="rId17" Type="http://schemas.openxmlformats.org/officeDocument/2006/relationships/slideLayout" Target="../slideLayouts/slideLayout82.xml"/><Relationship Id="rId18" Type="http://schemas.openxmlformats.org/officeDocument/2006/relationships/slideLayout" Target="../slideLayouts/slideLayout83.xml"/><Relationship Id="rId19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1.jpeg"/><Relationship Id="rId15" Type="http://schemas.openxmlformats.org/officeDocument/2006/relationships/image" Target="../media/image1.jpeg"/><Relationship Id="rId16" Type="http://schemas.openxmlformats.org/officeDocument/2006/relationships/image" Target="../media/image1.jpeg"/><Relationship Id="rId17" Type="http://schemas.openxmlformats.org/officeDocument/2006/relationships/image" Target="../media/image1.jpeg"/><Relationship Id="rId18" Type="http://schemas.openxmlformats.org/officeDocument/2006/relationships/image" Target="../media/image1.jpeg"/><Relationship Id="rId19" Type="http://schemas.openxmlformats.org/officeDocument/2006/relationships/image" Target="../media/image1.jpeg"/><Relationship Id="rId20" Type="http://schemas.openxmlformats.org/officeDocument/2006/relationships/image" Target="../media/image1.jpeg"/><Relationship Id="rId21" Type="http://schemas.openxmlformats.org/officeDocument/2006/relationships/image" Target="../media/image1.jpeg"/><Relationship Id="rId22" Type="http://schemas.openxmlformats.org/officeDocument/2006/relationships/image" Target="../media/image1.jpeg"/><Relationship Id="rId23" Type="http://schemas.openxmlformats.org/officeDocument/2006/relationships/image" Target="../media/image1.jpeg"/><Relationship Id="rId24" Type="http://schemas.openxmlformats.org/officeDocument/2006/relationships/image" Target="../media/image1.jpeg"/><Relationship Id="rId25" Type="http://schemas.openxmlformats.org/officeDocument/2006/relationships/image" Target="../media/image1.jpeg"/><Relationship Id="rId26" Type="http://schemas.openxmlformats.org/officeDocument/2006/relationships/slideLayout" Target="../slideLayouts/slideLayout85.xml"/><Relationship Id="rId27" Type="http://schemas.openxmlformats.org/officeDocument/2006/relationships/slideLayout" Target="../slideLayouts/slideLayout86.xml"/><Relationship Id="rId28" Type="http://schemas.openxmlformats.org/officeDocument/2006/relationships/slideLayout" Target="../slideLayouts/slideLayout87.xml"/><Relationship Id="rId29" Type="http://schemas.openxmlformats.org/officeDocument/2006/relationships/slideLayout" Target="../slideLayouts/slideLayout88.xml"/><Relationship Id="rId30" Type="http://schemas.openxmlformats.org/officeDocument/2006/relationships/slideLayout" Target="../slideLayouts/slideLayout89.xml"/><Relationship Id="rId31" Type="http://schemas.openxmlformats.org/officeDocument/2006/relationships/slideLayout" Target="../slideLayouts/slideLayout90.xml"/><Relationship Id="rId32" Type="http://schemas.openxmlformats.org/officeDocument/2006/relationships/slideLayout" Target="../slideLayouts/slideLayout91.xml"/><Relationship Id="rId33" Type="http://schemas.openxmlformats.org/officeDocument/2006/relationships/slideLayout" Target="../slideLayouts/slideLayout92.xml"/><Relationship Id="rId34" Type="http://schemas.openxmlformats.org/officeDocument/2006/relationships/slideLayout" Target="../slideLayouts/slideLayout93.xml"/><Relationship Id="rId35" Type="http://schemas.openxmlformats.org/officeDocument/2006/relationships/slideLayout" Target="../slideLayouts/slideLayout94.xml"/><Relationship Id="rId36" Type="http://schemas.openxmlformats.org/officeDocument/2006/relationships/slideLayout" Target="../slideLayouts/slideLayout95.xml"/><Relationship Id="rId37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0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4114800"/>
            <a:ext cx="10080000" cy="1555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0" lang="tr-TR" sz="2400" spc="-1" strike="noStrike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1" name=""/>
          <p:cNvGrpSpPr/>
          <p:nvPr/>
        </p:nvGrpSpPr>
        <p:grpSpPr>
          <a:xfrm>
            <a:off x="0" y="0"/>
            <a:ext cx="10080720" cy="4114800"/>
            <a:chOff x="0" y="0"/>
            <a:chExt cx="10080720" cy="4114800"/>
          </a:xfrm>
        </p:grpSpPr>
        <p:sp>
          <p:nvSpPr>
            <p:cNvPr id="2" name=""/>
            <p:cNvSpPr/>
            <p:nvPr/>
          </p:nvSpPr>
          <p:spPr>
            <a:xfrm>
              <a:off x="0" y="0"/>
              <a:ext cx="10080720" cy="411480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0" y="1280160"/>
              <a:ext cx="1554480" cy="64008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ffffff"/>
                </a:solidFill>
                <a:latin typeface="Noto Sans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914400" y="1920240"/>
              <a:ext cx="1280160" cy="182880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2194560" y="548640"/>
              <a:ext cx="1280160" cy="182880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3474720" y="1188720"/>
              <a:ext cx="365760" cy="36576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4206240" y="0"/>
              <a:ext cx="1463040" cy="91440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4663440" y="914400"/>
              <a:ext cx="1005840" cy="45720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474720" y="1737360"/>
              <a:ext cx="3108960" cy="100584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4114800" y="2743200"/>
              <a:ext cx="1463040" cy="100584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6583680" y="1463040"/>
              <a:ext cx="1554480" cy="45720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7315200" y="1920240"/>
              <a:ext cx="1463040" cy="164592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2743200" y="2377440"/>
              <a:ext cx="548640" cy="82296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8595360" y="0"/>
              <a:ext cx="1485360" cy="146304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6766560" y="0"/>
              <a:ext cx="274320" cy="100584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1554480" y="0"/>
              <a:ext cx="182880" cy="91440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0" y="3017520"/>
              <a:ext cx="365760" cy="109728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9601200" y="2560320"/>
              <a:ext cx="365760" cy="155448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8778240" y="1828800"/>
              <a:ext cx="365760" cy="36576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6836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tr-TR" sz="4400" spc="-1" strike="noStrike">
                <a:solidFill>
                  <a:srgbClr val="000000"/>
                </a:solidFill>
                <a:latin typeface="Arial"/>
              </a:rPr>
              <a:t>Ana başlık metnini düzenlemek için tıklayın</a:t>
            </a: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68360" y="18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3200" spc="-1" strike="noStrike">
                <a:solidFill>
                  <a:srgbClr val="000000"/>
                </a:solidFill>
                <a:latin typeface="Arial"/>
              </a:rPr>
              <a:t>Anahat metninin biçimini düzenlemek için tıklayın</a:t>
            </a: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800" spc="-1" strike="noStrike">
                <a:solidFill>
                  <a:srgbClr val="000000"/>
                </a:solidFill>
                <a:latin typeface="Arial"/>
              </a:rPr>
              <a:t>İkinci Anahat Düzeyi</a:t>
            </a:r>
            <a:endParaRPr b="0" lang="tr-T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400" spc="-1" strike="noStrike">
                <a:solidFill>
                  <a:srgbClr val="000000"/>
                </a:solidFill>
                <a:latin typeface="Arial"/>
              </a:rPr>
              <a:t>Üçüncü Anahat Düzeyi</a:t>
            </a:r>
            <a:endParaRPr b="0" lang="tr-T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Dördüncü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Beşinci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Altıncı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Yedinci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tr-TR" sz="4400" spc="-1" strike="noStrike">
                <a:solidFill>
                  <a:srgbClr val="000000"/>
                </a:solidFill>
                <a:latin typeface="Arial"/>
              </a:rPr>
              <a:t>Ana başlık metnini düzenlemek için tıklayın</a:t>
            </a: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3200" spc="-1" strike="noStrike">
                <a:solidFill>
                  <a:srgbClr val="000000"/>
                </a:solidFill>
                <a:latin typeface="Arial"/>
              </a:rPr>
              <a:t>Anahat metninin biçimini düzenlemek için tıklayın</a:t>
            </a: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800" spc="-1" strike="noStrike">
                <a:solidFill>
                  <a:srgbClr val="000000"/>
                </a:solidFill>
                <a:latin typeface="Arial"/>
              </a:rPr>
              <a:t>İkinci Anahat Düzeyi</a:t>
            </a:r>
            <a:endParaRPr b="0" lang="tr-T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400" spc="-1" strike="noStrike">
                <a:solidFill>
                  <a:srgbClr val="000000"/>
                </a:solidFill>
                <a:latin typeface="Arial"/>
              </a:rPr>
              <a:t>Üçüncü Anahat Düzeyi</a:t>
            </a:r>
            <a:endParaRPr b="0" lang="tr-T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Dördüncü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Beşinci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Altıncı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Yedinci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0" name=""/>
          <p:cNvGrpSpPr/>
          <p:nvPr/>
        </p:nvGrpSpPr>
        <p:grpSpPr>
          <a:xfrm>
            <a:off x="8540280" y="5065920"/>
            <a:ext cx="1280520" cy="914760"/>
            <a:chOff x="8540280" y="5065920"/>
            <a:chExt cx="1280520" cy="914760"/>
          </a:xfrm>
        </p:grpSpPr>
        <p:grpSp>
          <p:nvGrpSpPr>
            <p:cNvPr id="61" name=""/>
            <p:cNvGrpSpPr/>
            <p:nvPr/>
          </p:nvGrpSpPr>
          <p:grpSpPr>
            <a:xfrm>
              <a:off x="8540280" y="5065920"/>
              <a:ext cx="1280520" cy="914760"/>
              <a:chOff x="8540280" y="5065920"/>
              <a:chExt cx="1280520" cy="914760"/>
            </a:xfrm>
          </p:grpSpPr>
          <p:sp>
            <p:nvSpPr>
              <p:cNvPr id="62" name=""/>
              <p:cNvSpPr/>
              <p:nvPr/>
            </p:nvSpPr>
            <p:spPr>
              <a:xfrm flipV="1" rot="21598800">
                <a:off x="9637560" y="5431680"/>
                <a:ext cx="182880" cy="182880"/>
              </a:xfrm>
              <a:prstGeom prst="ellipse">
                <a:avLst/>
              </a:prstGeom>
              <a:blipFill rotWithShape="0">
                <a:blip r:embed="rId2"/>
                <a:srcRect/>
                <a:tile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90000" bIns="90000" anchor="ctr">
                <a:noAutofit/>
              </a:bodyPr>
              <a:p>
                <a:endParaRPr b="0" lang="tr-TR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3" name=""/>
              <p:cNvSpPr/>
              <p:nvPr/>
            </p:nvSpPr>
            <p:spPr>
              <a:xfrm flipV="1" rot="21598800">
                <a:off x="9271800" y="5431680"/>
                <a:ext cx="182880" cy="182880"/>
              </a:xfrm>
              <a:prstGeom prst="ellipse">
                <a:avLst/>
              </a:prstGeom>
              <a:blipFill rotWithShape="0">
                <a:blip r:embed="rId3"/>
                <a:srcRect/>
                <a:tile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90000" bIns="90000" anchor="ctr">
                <a:noAutofit/>
              </a:bodyPr>
              <a:p>
                <a:endParaRPr b="0" lang="tr-TR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4" name=""/>
              <p:cNvSpPr/>
              <p:nvPr/>
            </p:nvSpPr>
            <p:spPr>
              <a:xfrm flipV="1" rot="21598800">
                <a:off x="8906400" y="5431680"/>
                <a:ext cx="182880" cy="182880"/>
              </a:xfrm>
              <a:prstGeom prst="ellipse">
                <a:avLst/>
              </a:prstGeom>
              <a:blipFill rotWithShape="0">
                <a:blip r:embed="rId4"/>
                <a:srcRect/>
                <a:tile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90000" bIns="90000" anchor="ctr">
                <a:noAutofit/>
              </a:bodyPr>
              <a:p>
                <a:endParaRPr b="0" lang="tr-TR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" name=""/>
              <p:cNvSpPr/>
              <p:nvPr/>
            </p:nvSpPr>
            <p:spPr>
              <a:xfrm flipV="1" rot="21598800">
                <a:off x="8540280" y="5432040"/>
                <a:ext cx="182880" cy="182880"/>
              </a:xfrm>
              <a:prstGeom prst="ellipse">
                <a:avLst/>
              </a:prstGeom>
              <a:blipFill rotWithShape="0">
                <a:blip r:embed="rId5"/>
                <a:srcRect/>
                <a:tile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90000" bIns="90000" anchor="ctr">
                <a:noAutofit/>
              </a:bodyPr>
              <a:p>
                <a:endParaRPr b="0" lang="tr-TR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6" name=""/>
              <p:cNvSpPr/>
              <p:nvPr/>
            </p:nvSpPr>
            <p:spPr>
              <a:xfrm flipV="1" rot="21598800">
                <a:off x="8540280" y="5065920"/>
                <a:ext cx="182880" cy="182880"/>
              </a:xfrm>
              <a:prstGeom prst="ellipse">
                <a:avLst/>
              </a:prstGeom>
              <a:blipFill rotWithShape="0">
                <a:blip r:embed="rId6"/>
                <a:srcRect/>
                <a:tile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90000" bIns="90000" anchor="ctr">
                <a:noAutofit/>
              </a:bodyPr>
              <a:p>
                <a:endParaRPr b="0" lang="tr-TR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7" name=""/>
              <p:cNvSpPr/>
              <p:nvPr/>
            </p:nvSpPr>
            <p:spPr>
              <a:xfrm flipV="1" rot="21598800">
                <a:off x="8906040" y="5065920"/>
                <a:ext cx="182880" cy="182880"/>
              </a:xfrm>
              <a:prstGeom prst="ellipse">
                <a:avLst/>
              </a:prstGeom>
              <a:blipFill rotWithShape="0">
                <a:blip r:embed="rId7"/>
                <a:srcRect/>
                <a:tile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90000" bIns="90000" anchor="ctr">
                <a:noAutofit/>
              </a:bodyPr>
              <a:p>
                <a:endParaRPr b="0" lang="tr-TR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8" name=""/>
              <p:cNvSpPr/>
              <p:nvPr/>
            </p:nvSpPr>
            <p:spPr>
              <a:xfrm flipV="1" rot="21598800">
                <a:off x="9271800" y="5066280"/>
                <a:ext cx="182880" cy="182880"/>
              </a:xfrm>
              <a:prstGeom prst="ellipse">
                <a:avLst/>
              </a:prstGeom>
              <a:blipFill rotWithShape="0">
                <a:blip r:embed="rId8"/>
                <a:srcRect/>
                <a:tile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90000" bIns="90000" anchor="ctr">
                <a:noAutofit/>
              </a:bodyPr>
              <a:p>
                <a:endParaRPr b="0" lang="tr-TR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9" name=""/>
              <p:cNvSpPr/>
              <p:nvPr/>
            </p:nvSpPr>
            <p:spPr>
              <a:xfrm flipV="1" rot="21598800">
                <a:off x="9637920" y="5065920"/>
                <a:ext cx="182880" cy="182880"/>
              </a:xfrm>
              <a:prstGeom prst="ellipse">
                <a:avLst/>
              </a:prstGeom>
              <a:blipFill rotWithShape="0">
                <a:blip r:embed="rId9"/>
                <a:srcRect/>
                <a:tile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90000" bIns="90000" anchor="ctr">
                <a:noAutofit/>
              </a:bodyPr>
              <a:p>
                <a:endParaRPr b="0" lang="tr-TR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0" name=""/>
              <p:cNvSpPr/>
              <p:nvPr/>
            </p:nvSpPr>
            <p:spPr>
              <a:xfrm flipV="1" rot="21598800">
                <a:off x="9637560" y="5797440"/>
                <a:ext cx="182880" cy="182880"/>
              </a:xfrm>
              <a:prstGeom prst="ellipse">
                <a:avLst/>
              </a:prstGeom>
              <a:blipFill rotWithShape="0">
                <a:blip r:embed="rId10"/>
                <a:srcRect/>
                <a:tile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90000" bIns="90000" anchor="ctr">
                <a:noAutofit/>
              </a:bodyPr>
              <a:p>
                <a:endParaRPr b="0" lang="tr-TR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1" name=""/>
              <p:cNvSpPr/>
              <p:nvPr/>
            </p:nvSpPr>
            <p:spPr>
              <a:xfrm flipV="1" rot="21598800">
                <a:off x="9272160" y="5797800"/>
                <a:ext cx="182880" cy="182880"/>
              </a:xfrm>
              <a:prstGeom prst="ellipse">
                <a:avLst/>
              </a:prstGeom>
              <a:blipFill rotWithShape="0">
                <a:blip r:embed="rId11"/>
                <a:srcRect/>
                <a:tile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90000" bIns="90000" anchor="ctr">
                <a:noAutofit/>
              </a:bodyPr>
              <a:p>
                <a:endParaRPr b="0" lang="tr-TR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2" name=""/>
              <p:cNvSpPr/>
              <p:nvPr/>
            </p:nvSpPr>
            <p:spPr>
              <a:xfrm flipV="1" rot="21598800">
                <a:off x="8906040" y="5797440"/>
                <a:ext cx="182880" cy="182880"/>
              </a:xfrm>
              <a:prstGeom prst="ellipse">
                <a:avLst/>
              </a:prstGeom>
              <a:blipFill rotWithShape="0">
                <a:blip r:embed="rId12"/>
                <a:srcRect/>
                <a:tile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90000" bIns="90000" anchor="ctr">
                <a:noAutofit/>
              </a:bodyPr>
              <a:p>
                <a:endParaRPr b="0" lang="tr-TR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3" name=""/>
              <p:cNvSpPr/>
              <p:nvPr/>
            </p:nvSpPr>
            <p:spPr>
              <a:xfrm flipV="1" rot="21598800">
                <a:off x="8540280" y="5797440"/>
                <a:ext cx="182880" cy="182880"/>
              </a:xfrm>
              <a:prstGeom prst="ellipse">
                <a:avLst/>
              </a:prstGeom>
              <a:blipFill rotWithShape="0">
                <a:blip r:embed="rId13"/>
                <a:srcRect/>
                <a:tile/>
              </a:blipFill>
              <a:ln w="0">
                <a:noFill/>
              </a:ln>
              <a:effectLst>
                <a:outerShdw dist="103350" dir="2700000" blurRad="0" rotWithShape="0">
                  <a:srgbClr val="808080">
                    <a:alpha val="65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90000" bIns="90000" anchor="ctr">
                <a:noAutofit/>
              </a:bodyPr>
              <a:p>
                <a:endParaRPr b="0" lang="tr-TR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74" name=""/>
          <p:cNvSpPr/>
          <p:nvPr/>
        </p:nvSpPr>
        <p:spPr>
          <a:xfrm>
            <a:off x="1499760" y="1774080"/>
            <a:ext cx="2926080" cy="292608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5" name=""/>
          <p:cNvSpPr/>
          <p:nvPr/>
        </p:nvSpPr>
        <p:spPr>
          <a:xfrm>
            <a:off x="1225080" y="1134360"/>
            <a:ext cx="1189080" cy="118836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6" name=""/>
          <p:cNvSpPr/>
          <p:nvPr/>
        </p:nvSpPr>
        <p:spPr>
          <a:xfrm>
            <a:off x="3420000" y="4242960"/>
            <a:ext cx="640080" cy="64008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77" name="" descr=""/>
          <p:cNvPicPr/>
          <p:nvPr/>
        </p:nvPicPr>
        <p:blipFill>
          <a:blip r:embed="rId14"/>
          <a:stretch/>
        </p:blipFill>
        <p:spPr>
          <a:xfrm>
            <a:off x="4349520" y="792360"/>
            <a:ext cx="5526000" cy="4145400"/>
          </a:xfrm>
          <a:prstGeom prst="rect">
            <a:avLst/>
          </a:prstGeom>
          <a:ln w="0">
            <a:noFill/>
          </a:ln>
        </p:spPr>
      </p:pic>
      <p:sp>
        <p:nvSpPr>
          <p:cNvPr id="78" name=""/>
          <p:cNvSpPr txBox="1"/>
          <p:nvPr/>
        </p:nvSpPr>
        <p:spPr>
          <a:xfrm>
            <a:off x="4846320" y="4846320"/>
            <a:ext cx="213300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tr-TR" sz="1000" spc="-1" strike="noStrike">
                <a:solidFill>
                  <a:srgbClr val="000000"/>
                </a:solidFill>
                <a:latin typeface="Lato"/>
                <a:ea typeface="Noto Sans CJK SC"/>
              </a:rPr>
              <a:t>Illustrations  by </a:t>
            </a:r>
            <a:r>
              <a:rPr b="0" lang="tr-TR" sz="1000" spc="-1" strike="noStrike">
                <a:solidFill>
                  <a:srgbClr val="000000"/>
                </a:solidFill>
                <a:latin typeface="Lato"/>
                <a:ea typeface="Noto Sans CJK SC"/>
                <a:hlinkClick r:id="rId15"/>
              </a:rPr>
              <a:t>Pixeltrue</a:t>
            </a:r>
            <a:r>
              <a:rPr b="0" lang="tr-TR" sz="1000" spc="-1" strike="noStrike">
                <a:solidFill>
                  <a:srgbClr val="000000"/>
                </a:solidFill>
                <a:latin typeface="Lato"/>
                <a:ea typeface="Noto Sans CJK SC"/>
              </a:rPr>
              <a:t> on </a:t>
            </a:r>
            <a:r>
              <a:rPr b="0" lang="tr-TR" sz="1000" spc="-1" strike="noStrike">
                <a:solidFill>
                  <a:srgbClr val="000000"/>
                </a:solidFill>
                <a:latin typeface="Lato"/>
                <a:hlinkClick r:id="rId16"/>
              </a:rPr>
              <a:t>icons8</a:t>
            </a:r>
            <a:endParaRPr b="0" lang="tr-T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17"/>
    <p:sldLayoutId id="2147483663" r:id="rId18"/>
    <p:sldLayoutId id="2147483664" r:id="rId19"/>
    <p:sldLayoutId id="2147483665" r:id="rId20"/>
    <p:sldLayoutId id="2147483666" r:id="rId21"/>
    <p:sldLayoutId id="2147483667" r:id="rId22"/>
    <p:sldLayoutId id="2147483668" r:id="rId23"/>
    <p:sldLayoutId id="2147483669" r:id="rId24"/>
    <p:sldLayoutId id="2147483670" r:id="rId25"/>
    <p:sldLayoutId id="2147483671" r:id="rId26"/>
    <p:sldLayoutId id="2147483672" r:id="rId27"/>
    <p:sldLayoutId id="2147483673" r:id="rId28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tr-TR" sz="4400" spc="-1" strike="noStrike">
                <a:solidFill>
                  <a:srgbClr val="000000"/>
                </a:solidFill>
                <a:latin typeface="Noto Sans"/>
              </a:rPr>
              <a:t>Ana başlık metnini düzenlemek için tıklayın</a:t>
            </a:r>
            <a:endParaRPr b="0" lang="tr-TR" sz="44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3200" spc="-1" strike="noStrike">
                <a:solidFill>
                  <a:srgbClr val="000000"/>
                </a:solidFill>
                <a:latin typeface="Arial"/>
              </a:rPr>
              <a:t>Anahat metninin biçimini düzenlemek için tıklayın</a:t>
            </a: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800" spc="-1" strike="noStrike">
                <a:solidFill>
                  <a:srgbClr val="000000"/>
                </a:solidFill>
                <a:latin typeface="Arial"/>
              </a:rPr>
              <a:t>İkinci Anahat Düzeyi</a:t>
            </a:r>
            <a:endParaRPr b="0" lang="tr-T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400" spc="-1" strike="noStrike">
                <a:solidFill>
                  <a:srgbClr val="000000"/>
                </a:solidFill>
                <a:latin typeface="Arial"/>
              </a:rPr>
              <a:t>Üçüncü Anahat Düzeyi</a:t>
            </a:r>
            <a:endParaRPr b="0" lang="tr-T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Dördüncü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Beşinci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Altıncı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Yedinci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7" name=""/>
          <p:cNvGrpSpPr/>
          <p:nvPr/>
        </p:nvGrpSpPr>
        <p:grpSpPr>
          <a:xfrm>
            <a:off x="7406640" y="3566160"/>
            <a:ext cx="2377440" cy="4297680"/>
            <a:chOff x="7406640" y="3566160"/>
            <a:chExt cx="2377440" cy="4297680"/>
          </a:xfrm>
        </p:grpSpPr>
        <p:sp>
          <p:nvSpPr>
            <p:cNvPr id="118" name=""/>
            <p:cNvSpPr/>
            <p:nvPr/>
          </p:nvSpPr>
          <p:spPr>
            <a:xfrm>
              <a:off x="8138160" y="4754880"/>
              <a:ext cx="457200" cy="2560320"/>
            </a:xfrm>
            <a:prstGeom prst="rect">
              <a:avLst/>
            </a:prstGeom>
            <a:blipFill rotWithShape="0">
              <a:blip r:embed="rId2"/>
              <a:srcRect/>
              <a:tile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19" name=""/>
            <p:cNvSpPr/>
            <p:nvPr/>
          </p:nvSpPr>
          <p:spPr>
            <a:xfrm>
              <a:off x="8961120" y="3566160"/>
              <a:ext cx="457200" cy="2560320"/>
            </a:xfrm>
            <a:prstGeom prst="rect">
              <a:avLst/>
            </a:prstGeom>
            <a:blipFill rotWithShape="0">
              <a:blip r:embed="rId3"/>
              <a:srcRect/>
              <a:tile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20" name=""/>
            <p:cNvSpPr/>
            <p:nvPr/>
          </p:nvSpPr>
          <p:spPr>
            <a:xfrm>
              <a:off x="8503920" y="5120640"/>
              <a:ext cx="128016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0000" bIns="90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21" name=""/>
            <p:cNvSpPr/>
            <p:nvPr/>
          </p:nvSpPr>
          <p:spPr>
            <a:xfrm>
              <a:off x="8321040" y="530352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0000" bIns="90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22" name=""/>
            <p:cNvSpPr/>
            <p:nvPr/>
          </p:nvSpPr>
          <p:spPr>
            <a:xfrm>
              <a:off x="8869680" y="548640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0000" bIns="90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  <p:sp>
          <p:nvSpPr>
            <p:cNvPr id="123" name=""/>
            <p:cNvSpPr/>
            <p:nvPr/>
          </p:nvSpPr>
          <p:spPr>
            <a:xfrm>
              <a:off x="7406640" y="5303520"/>
              <a:ext cx="457200" cy="2560320"/>
            </a:xfrm>
            <a:prstGeom prst="rect">
              <a:avLst/>
            </a:prstGeom>
            <a:blipFill rotWithShape="0">
              <a:blip r:embed="rId4"/>
              <a:srcRect/>
              <a:tile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Noto Sans"/>
              </a:endParaRPr>
            </a:p>
          </p:txBody>
        </p:sp>
      </p:grpSp>
      <p:sp>
        <p:nvSpPr>
          <p:cNvPr id="124" name=""/>
          <p:cNvSpPr/>
          <p:nvPr/>
        </p:nvSpPr>
        <p:spPr>
          <a:xfrm flipH="1" flipV="1">
            <a:off x="1462680" y="-1554480"/>
            <a:ext cx="457200" cy="2560320"/>
          </a:xfrm>
          <a:prstGeom prst="rect">
            <a:avLst/>
          </a:prstGeom>
          <a:blipFill rotWithShape="0">
            <a:blip r:embed="rId5"/>
            <a:srcRect/>
            <a:tile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5" name=""/>
          <p:cNvSpPr/>
          <p:nvPr/>
        </p:nvSpPr>
        <p:spPr>
          <a:xfrm flipH="1" flipV="1">
            <a:off x="639720" y="-365400"/>
            <a:ext cx="457200" cy="2560320"/>
          </a:xfrm>
          <a:prstGeom prst="rect">
            <a:avLst/>
          </a:prstGeom>
          <a:blipFill rotWithShape="0">
            <a:blip r:embed="rId6"/>
            <a:srcRect/>
            <a:tile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6" name=""/>
          <p:cNvSpPr/>
          <p:nvPr/>
        </p:nvSpPr>
        <p:spPr>
          <a:xfrm flipH="1" flipV="1">
            <a:off x="274320" y="548640"/>
            <a:ext cx="1280160" cy="91440"/>
          </a:xfrm>
          <a:prstGeom prst="rect">
            <a:avLst/>
          </a:prstGeom>
          <a:solidFill>
            <a:srgbClr val="cccccc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0000" bIns="90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7" name=""/>
          <p:cNvSpPr/>
          <p:nvPr/>
        </p:nvSpPr>
        <p:spPr>
          <a:xfrm flipH="1" flipV="1">
            <a:off x="822960" y="365760"/>
            <a:ext cx="914400" cy="91440"/>
          </a:xfrm>
          <a:prstGeom prst="rect">
            <a:avLst/>
          </a:prstGeom>
          <a:solidFill>
            <a:srgbClr val="cccccc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0000" bIns="90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8" name=""/>
          <p:cNvSpPr/>
          <p:nvPr/>
        </p:nvSpPr>
        <p:spPr>
          <a:xfrm flipH="1" flipV="1">
            <a:off x="274320" y="182880"/>
            <a:ext cx="914400" cy="91440"/>
          </a:xfrm>
          <a:prstGeom prst="rect">
            <a:avLst/>
          </a:prstGeom>
          <a:solidFill>
            <a:srgbClr val="cccccc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0000" bIns="90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29" name=""/>
          <p:cNvSpPr/>
          <p:nvPr/>
        </p:nvSpPr>
        <p:spPr>
          <a:xfrm flipH="1" flipV="1">
            <a:off x="2194560" y="-2103120"/>
            <a:ext cx="457200" cy="2560320"/>
          </a:xfrm>
          <a:prstGeom prst="rect">
            <a:avLst/>
          </a:prstGeom>
          <a:blipFill rotWithShape="0">
            <a:blip r:embed="rId7"/>
            <a:srcRect/>
            <a:tile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30" name=""/>
          <p:cNvSpPr/>
          <p:nvPr/>
        </p:nvSpPr>
        <p:spPr>
          <a:xfrm>
            <a:off x="3474720" y="2560320"/>
            <a:ext cx="2743200" cy="2743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6836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tr-TR" sz="4400" spc="-1" strike="noStrike">
                <a:solidFill>
                  <a:srgbClr val="000000"/>
                </a:solidFill>
                <a:latin typeface="Arial"/>
              </a:rPr>
              <a:t>Ana başlık metnini düzenlemek için tıklayın</a:t>
            </a: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468360" y="18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3200" spc="-1" strike="noStrike">
                <a:solidFill>
                  <a:srgbClr val="000000"/>
                </a:solidFill>
                <a:latin typeface="Arial"/>
              </a:rPr>
              <a:t>Anahat metninin biçimini düzenlemek için tıklayın</a:t>
            </a: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800" spc="-1" strike="noStrike">
                <a:solidFill>
                  <a:srgbClr val="000000"/>
                </a:solidFill>
                <a:latin typeface="Arial"/>
              </a:rPr>
              <a:t>İkinci Anahat Düzeyi</a:t>
            </a:r>
            <a:endParaRPr b="0" lang="tr-T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400" spc="-1" strike="noStrike">
                <a:solidFill>
                  <a:srgbClr val="000000"/>
                </a:solidFill>
                <a:latin typeface="Arial"/>
              </a:rPr>
              <a:t>Üçüncü Anahat Düzeyi</a:t>
            </a:r>
            <a:endParaRPr b="0" lang="tr-T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Dördüncü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Beşinci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Altıncı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Yedinci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822960" y="24688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blurRad="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70" name=""/>
          <p:cNvSpPr/>
          <p:nvPr/>
        </p:nvSpPr>
        <p:spPr>
          <a:xfrm>
            <a:off x="4480560" y="15544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blurRad="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71" name=""/>
          <p:cNvSpPr/>
          <p:nvPr/>
        </p:nvSpPr>
        <p:spPr>
          <a:xfrm>
            <a:off x="6583680" y="310896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blurRad="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72" name=""/>
          <p:cNvSpPr/>
          <p:nvPr/>
        </p:nvSpPr>
        <p:spPr>
          <a:xfrm>
            <a:off x="1554480" y="4114800"/>
            <a:ext cx="914400" cy="657360"/>
          </a:xfrm>
          <a:custGeom>
            <a:avLst/>
            <a:gdLst/>
            <a:ahLst/>
            <a:rect l="0" t="0" r="r" b="b"/>
            <a:pathLst>
              <a:path fill="none" w="2540" h="1826">
                <a:moveTo>
                  <a:pt x="0" y="0"/>
                </a:moveTo>
                <a:cubicBezTo>
                  <a:pt x="508" y="2286"/>
                  <a:pt x="2540" y="1778"/>
                  <a:pt x="2540" y="1778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rIns="108360" tIns="63360" bIns="6336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73" name=""/>
          <p:cNvSpPr/>
          <p:nvPr/>
        </p:nvSpPr>
        <p:spPr>
          <a:xfrm>
            <a:off x="3657600" y="1188720"/>
            <a:ext cx="822960" cy="640080"/>
          </a:xfrm>
          <a:custGeom>
            <a:avLst/>
            <a:gdLst/>
            <a:ahLst/>
            <a:rect l="0" t="0" r="r" b="b"/>
            <a:pathLst>
              <a:path fill="none" w="2286" h="1778">
                <a:moveTo>
                  <a:pt x="2286" y="1778"/>
                </a:moveTo>
                <a:cubicBezTo>
                  <a:pt x="1016" y="1778"/>
                  <a:pt x="2033" y="0"/>
                  <a:pt x="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rIns="108360" tIns="63360" bIns="6336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74" name=""/>
          <p:cNvSpPr/>
          <p:nvPr/>
        </p:nvSpPr>
        <p:spPr>
          <a:xfrm>
            <a:off x="7955280" y="2011680"/>
            <a:ext cx="1464120" cy="1188720"/>
          </a:xfrm>
          <a:custGeom>
            <a:avLst/>
            <a:gdLst/>
            <a:ahLst/>
            <a:rect l="0" t="0" r="r" b="b"/>
            <a:pathLst>
              <a:path fill="none" w="4067" h="3302">
                <a:moveTo>
                  <a:pt x="3302" y="0"/>
                </a:moveTo>
                <a:cubicBezTo>
                  <a:pt x="4826" y="1016"/>
                  <a:pt x="3810" y="2286"/>
                  <a:pt x="2540" y="2286"/>
                </a:cubicBezTo>
                <a:cubicBezTo>
                  <a:pt x="1269" y="2286"/>
                  <a:pt x="253" y="2540"/>
                  <a:pt x="0" y="3302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rIns="108360" tIns="63360" bIns="6336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75" name=""/>
          <p:cNvSpPr/>
          <p:nvPr/>
        </p:nvSpPr>
        <p:spPr>
          <a:xfrm>
            <a:off x="2468880" y="822960"/>
            <a:ext cx="1410480" cy="13716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76" name=""/>
          <p:cNvSpPr/>
          <p:nvPr/>
        </p:nvSpPr>
        <p:spPr>
          <a:xfrm>
            <a:off x="3931920" y="466344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77" name=""/>
          <p:cNvSpPr/>
          <p:nvPr/>
        </p:nvSpPr>
        <p:spPr>
          <a:xfrm>
            <a:off x="8412480" y="1280160"/>
            <a:ext cx="1097280" cy="1005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46836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tr-TR" sz="4400" spc="-1" strike="noStrike">
                <a:solidFill>
                  <a:srgbClr val="000000"/>
                </a:solidFill>
                <a:latin typeface="Arial"/>
              </a:rPr>
              <a:t>Ana başlık metnini düzenlemek için tıklayın</a:t>
            </a: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468360" y="18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3200" spc="-1" strike="noStrike">
                <a:solidFill>
                  <a:srgbClr val="000000"/>
                </a:solidFill>
                <a:latin typeface="Arial"/>
              </a:rPr>
              <a:t>Anahat metninin biçimini düzenlemek için tıklayın</a:t>
            </a: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800" spc="-1" strike="noStrike">
                <a:solidFill>
                  <a:srgbClr val="000000"/>
                </a:solidFill>
                <a:latin typeface="Arial"/>
              </a:rPr>
              <a:t>İkinci Anahat Düzeyi</a:t>
            </a:r>
            <a:endParaRPr b="0" lang="tr-T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400" spc="-1" strike="noStrike">
                <a:solidFill>
                  <a:srgbClr val="000000"/>
                </a:solidFill>
                <a:latin typeface="Arial"/>
              </a:rPr>
              <a:t>Üçüncü Anahat Düzeyi</a:t>
            </a:r>
            <a:endParaRPr b="0" lang="tr-T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Dördüncü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Beşinci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Altıncı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Yedinci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2103480" y="36583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823320" y="-27324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7955640" y="310968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9601560" y="9151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0" name=""/>
          <p:cNvGrpSpPr/>
          <p:nvPr/>
        </p:nvGrpSpPr>
        <p:grpSpPr>
          <a:xfrm>
            <a:off x="3918240" y="776520"/>
            <a:ext cx="2433600" cy="4339080"/>
            <a:chOff x="3918240" y="776520"/>
            <a:chExt cx="2433600" cy="4339080"/>
          </a:xfrm>
        </p:grpSpPr>
        <p:sp>
          <p:nvSpPr>
            <p:cNvPr id="221" name=""/>
            <p:cNvSpPr/>
            <p:nvPr/>
          </p:nvSpPr>
          <p:spPr>
            <a:xfrm flipH="1" flipV="1" rot="5330400">
              <a:off x="4853880" y="33789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2" name=""/>
            <p:cNvSpPr/>
            <p:nvPr/>
          </p:nvSpPr>
          <p:spPr>
            <a:xfrm flipH="1" flipV="1" rot="5330400">
              <a:off x="4023360" y="234072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3" name=""/>
            <p:cNvSpPr/>
            <p:nvPr/>
          </p:nvSpPr>
          <p:spPr>
            <a:xfrm flipH="1" flipV="1" rot="5330400">
              <a:off x="4920480" y="207648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4" name=""/>
            <p:cNvSpPr/>
            <p:nvPr/>
          </p:nvSpPr>
          <p:spPr>
            <a:xfrm flipH="1" flipV="1" rot="5330400">
              <a:off x="3977280" y="9828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5" name=""/>
            <p:cNvSpPr/>
            <p:nvPr/>
          </p:nvSpPr>
          <p:spPr>
            <a:xfrm flipH="1" flipV="1" rot="5330400">
              <a:off x="4911480" y="74484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6" name=""/>
            <p:cNvSpPr/>
            <p:nvPr/>
          </p:nvSpPr>
          <p:spPr>
            <a:xfrm flipH="1" flipV="1" rot="5330400">
              <a:off x="4032000" y="36831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tr-TR" sz="4400" spc="-1" strike="noStrike">
                <a:solidFill>
                  <a:srgbClr val="000000"/>
                </a:solidFill>
                <a:latin typeface="Arial"/>
              </a:rPr>
              <a:t>Ana başlık metnini düzenlemek için tıklayın</a:t>
            </a: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3200" spc="-1" strike="noStrike">
                <a:solidFill>
                  <a:srgbClr val="000000"/>
                </a:solidFill>
                <a:latin typeface="Arial"/>
              </a:rPr>
              <a:t>Anahat metninin biçimini düzenlemek için tıklayın</a:t>
            </a: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800" spc="-1" strike="noStrike">
                <a:solidFill>
                  <a:srgbClr val="000000"/>
                </a:solidFill>
                <a:latin typeface="Arial"/>
              </a:rPr>
              <a:t>İkinci Anahat Düzeyi</a:t>
            </a:r>
            <a:endParaRPr b="0" lang="tr-T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400" spc="-1" strike="noStrike">
                <a:solidFill>
                  <a:srgbClr val="000000"/>
                </a:solidFill>
                <a:latin typeface="Arial"/>
              </a:rPr>
              <a:t>Üçüncü Anahat Düzeyi</a:t>
            </a:r>
            <a:endParaRPr b="0" lang="tr-T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Dördüncü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Beşinci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Altıncı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Yedinci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641196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5813280" y="38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7589520" y="256032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3200400" y="7315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1424160" y="34891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700920" y="1900080"/>
            <a:ext cx="1402200" cy="1848960"/>
          </a:xfrm>
          <a:custGeom>
            <a:avLst/>
            <a:gdLst/>
            <a:ahLst/>
            <a:rect l="0" t="0" r="r" b="b"/>
            <a:pathLst>
              <a:path fill="none" w="3895" h="5136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rIns="108360" tIns="63360" bIns="6336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3931920" y="2011680"/>
            <a:ext cx="975960" cy="1371600"/>
          </a:xfrm>
          <a:custGeom>
            <a:avLst/>
            <a:gdLst/>
            <a:ahLst/>
            <a:rect l="0" t="0" r="r" b="b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rIns="108360" tIns="63360" bIns="6336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7724880" y="2103120"/>
            <a:ext cx="779040" cy="1463040"/>
          </a:xfrm>
          <a:custGeom>
            <a:avLst/>
            <a:gdLst/>
            <a:ahLst/>
            <a:rect l="0" t="0" r="r" b="b"/>
            <a:pathLst>
              <a:path fill="none" w="2164" h="4064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rIns="108360" tIns="63360" bIns="6336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1424160" y="47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288720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tr-TR" sz="4400" spc="-1" strike="noStrike">
                <a:solidFill>
                  <a:srgbClr val="000000"/>
                </a:solidFill>
                <a:latin typeface="Arial"/>
              </a:rPr>
              <a:t>Ana başlık metnini düzenlemek için tıklayın</a:t>
            </a: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3200" spc="-1" strike="noStrike">
                <a:solidFill>
                  <a:srgbClr val="000000"/>
                </a:solidFill>
                <a:latin typeface="Arial"/>
              </a:rPr>
              <a:t>Anahat metninin biçimini düzenlemek için tıklayın</a:t>
            </a: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800" spc="-1" strike="noStrike">
                <a:solidFill>
                  <a:srgbClr val="000000"/>
                </a:solidFill>
                <a:latin typeface="Arial"/>
              </a:rPr>
              <a:t>İkinci Anahat Düzeyi</a:t>
            </a:r>
            <a:endParaRPr b="0" lang="tr-T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400" spc="-1" strike="noStrike">
                <a:solidFill>
                  <a:srgbClr val="000000"/>
                </a:solidFill>
                <a:latin typeface="Arial"/>
              </a:rPr>
              <a:t>Üçüncü Anahat Düzeyi</a:t>
            </a:r>
            <a:endParaRPr b="0" lang="tr-T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Dördüncü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Beşinci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Altıncı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Yedinci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13" name=""/>
          <p:cNvGrpSpPr/>
          <p:nvPr/>
        </p:nvGrpSpPr>
        <p:grpSpPr>
          <a:xfrm>
            <a:off x="3570480" y="1225440"/>
            <a:ext cx="5120640" cy="2926080"/>
            <a:chOff x="3570480" y="1225440"/>
            <a:chExt cx="5120640" cy="2926080"/>
          </a:xfrm>
        </p:grpSpPr>
        <p:sp>
          <p:nvSpPr>
            <p:cNvPr id="314" name=""/>
            <p:cNvSpPr/>
            <p:nvPr/>
          </p:nvSpPr>
          <p:spPr>
            <a:xfrm>
              <a:off x="3570480" y="1528200"/>
              <a:ext cx="4927320" cy="262332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5" name=""/>
            <p:cNvSpPr/>
            <p:nvPr/>
          </p:nvSpPr>
          <p:spPr>
            <a:xfrm>
              <a:off x="3763800" y="1225440"/>
              <a:ext cx="4927320" cy="2623320"/>
            </a:xfrm>
            <a:prstGeom prst="rect">
              <a:avLst/>
            </a:prstGeom>
            <a:noFill/>
            <a:ln w="18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9000" rIns="99000" tIns="54000" bIns="54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6" name=""/>
          <p:cNvGrpSpPr/>
          <p:nvPr/>
        </p:nvGrpSpPr>
        <p:grpSpPr>
          <a:xfrm>
            <a:off x="-2094120" y="-402480"/>
            <a:ext cx="4946760" cy="8521920"/>
            <a:chOff x="-2094120" y="-402480"/>
            <a:chExt cx="4946760" cy="8521920"/>
          </a:xfrm>
        </p:grpSpPr>
        <p:sp>
          <p:nvSpPr>
            <p:cNvPr id="317" name=""/>
            <p:cNvSpPr/>
            <p:nvPr/>
          </p:nvSpPr>
          <p:spPr>
            <a:xfrm>
              <a:off x="-893160" y="44866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8" name=""/>
            <p:cNvSpPr/>
            <p:nvPr/>
          </p:nvSpPr>
          <p:spPr>
            <a:xfrm rot="5358000">
              <a:off x="-897480" y="515340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9" name=""/>
            <p:cNvSpPr/>
            <p:nvPr/>
          </p:nvSpPr>
          <p:spPr>
            <a:xfrm>
              <a:off x="-228960" y="51616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f8f9f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0" name=""/>
            <p:cNvSpPr/>
            <p:nvPr/>
          </p:nvSpPr>
          <p:spPr>
            <a:xfrm rot="5358000">
              <a:off x="-219960" y="4488840"/>
              <a:ext cx="1068480" cy="766440"/>
            </a:xfrm>
            <a:custGeom>
              <a:avLst/>
              <a:gdLst>
                <a:gd name="textAreaLeft" fmla="*/ 276840 w 1068480"/>
                <a:gd name="textAreaRight" fmla="*/ 791640 w 106848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1" name=""/>
            <p:cNvSpPr/>
            <p:nvPr/>
          </p:nvSpPr>
          <p:spPr>
            <a:xfrm>
              <a:off x="-228960" y="38260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2"/>
              <a:srcRect/>
              <a:tile/>
            </a:blip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2" name=""/>
            <p:cNvSpPr/>
            <p:nvPr/>
          </p:nvSpPr>
          <p:spPr>
            <a:xfrm rot="5358000">
              <a:off x="-1586160" y="449460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/>
            </a:blip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3" name=""/>
            <p:cNvSpPr/>
            <p:nvPr/>
          </p:nvSpPr>
          <p:spPr>
            <a:xfrm rot="5358000">
              <a:off x="-2238480" y="517068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4" name=""/>
            <p:cNvSpPr/>
            <p:nvPr/>
          </p:nvSpPr>
          <p:spPr>
            <a:xfrm rot="5358000">
              <a:off x="-897120" y="382140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5" name=""/>
            <p:cNvSpPr/>
            <p:nvPr/>
          </p:nvSpPr>
          <p:spPr>
            <a:xfrm rot="5358000">
              <a:off x="-222120" y="315468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6" name=""/>
            <p:cNvSpPr/>
            <p:nvPr/>
          </p:nvSpPr>
          <p:spPr>
            <a:xfrm>
              <a:off x="455040" y="44776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7" name=""/>
            <p:cNvSpPr/>
            <p:nvPr/>
          </p:nvSpPr>
          <p:spPr>
            <a:xfrm rot="5358000">
              <a:off x="470520" y="382140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8" name=""/>
            <p:cNvSpPr/>
            <p:nvPr/>
          </p:nvSpPr>
          <p:spPr>
            <a:xfrm>
              <a:off x="1158840" y="51706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9" name=""/>
            <p:cNvSpPr/>
            <p:nvPr/>
          </p:nvSpPr>
          <p:spPr>
            <a:xfrm>
              <a:off x="-1561680" y="51627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0" name=""/>
            <p:cNvSpPr/>
            <p:nvPr/>
          </p:nvSpPr>
          <p:spPr>
            <a:xfrm rot="5358000">
              <a:off x="461520" y="517068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1" name=""/>
            <p:cNvSpPr/>
            <p:nvPr/>
          </p:nvSpPr>
          <p:spPr>
            <a:xfrm flipH="1" rot="16242000">
              <a:off x="-232200" y="1793880"/>
              <a:ext cx="1068840" cy="766440"/>
            </a:xfrm>
            <a:custGeom>
              <a:avLst/>
              <a:gdLst>
                <a:gd name="textAreaLeft" fmla="*/ 276840 w 1068840"/>
                <a:gd name="textAreaRight" fmla="*/ 79164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212529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2" name=""/>
            <p:cNvSpPr/>
            <p:nvPr/>
          </p:nvSpPr>
          <p:spPr>
            <a:xfrm flipH="1" rot="16242000">
              <a:off x="419760" y="2469960"/>
              <a:ext cx="1068840" cy="766440"/>
            </a:xfrm>
            <a:custGeom>
              <a:avLst/>
              <a:gdLst>
                <a:gd name="textAreaLeft" fmla="*/ 276840 w 1068840"/>
                <a:gd name="textAreaRight" fmla="*/ 79164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3" name=""/>
            <p:cNvSpPr/>
            <p:nvPr/>
          </p:nvSpPr>
          <p:spPr>
            <a:xfrm flipH="1">
              <a:off x="-246600" y="24620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4" name=""/>
            <p:cNvSpPr/>
            <p:nvPr/>
          </p:nvSpPr>
          <p:spPr>
            <a:xfrm>
              <a:off x="1107720" y="11350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5" name=""/>
            <p:cNvSpPr/>
            <p:nvPr/>
          </p:nvSpPr>
          <p:spPr>
            <a:xfrm rot="5358000">
              <a:off x="1103040" y="180180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6" name=""/>
            <p:cNvSpPr/>
            <p:nvPr/>
          </p:nvSpPr>
          <p:spPr>
            <a:xfrm rot="5358000">
              <a:off x="414360" y="114300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4"/>
              <a:srcRect/>
              <a:tile/>
            </a:blip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7" name=""/>
            <p:cNvSpPr/>
            <p:nvPr/>
          </p:nvSpPr>
          <p:spPr>
            <a:xfrm>
              <a:off x="439200" y="18111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8" name=""/>
            <p:cNvSpPr/>
            <p:nvPr/>
          </p:nvSpPr>
          <p:spPr>
            <a:xfrm>
              <a:off x="423720" y="4510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9" name=""/>
            <p:cNvSpPr/>
            <p:nvPr/>
          </p:nvSpPr>
          <p:spPr>
            <a:xfrm rot="5358000">
              <a:off x="-246600" y="43884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0" name=""/>
            <p:cNvSpPr/>
            <p:nvPr/>
          </p:nvSpPr>
          <p:spPr>
            <a:xfrm rot="5358000">
              <a:off x="434880" y="-24624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1" name=""/>
            <p:cNvSpPr/>
            <p:nvPr/>
          </p:nvSpPr>
          <p:spPr>
            <a:xfrm>
              <a:off x="1779480" y="179460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2" name=""/>
            <p:cNvSpPr/>
            <p:nvPr/>
          </p:nvSpPr>
          <p:spPr>
            <a:xfrm>
              <a:off x="1106280" y="-2570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5"/>
              <a:srcRect/>
              <a:tile/>
            </a:blip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3" name=""/>
            <p:cNvSpPr/>
            <p:nvPr/>
          </p:nvSpPr>
          <p:spPr>
            <a:xfrm>
              <a:off x="-908280" y="17906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6"/>
              <a:srcRect/>
              <a:tile/>
            </a:blip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4" name=""/>
            <p:cNvSpPr/>
            <p:nvPr/>
          </p:nvSpPr>
          <p:spPr>
            <a:xfrm rot="5358000">
              <a:off x="-245880" y="582516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5" name=""/>
            <p:cNvSpPr/>
            <p:nvPr/>
          </p:nvSpPr>
          <p:spPr>
            <a:xfrm>
              <a:off x="427320" y="58539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7"/>
              <a:srcRect/>
              <a:tile/>
            </a:blip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6" name=""/>
            <p:cNvSpPr/>
            <p:nvPr/>
          </p:nvSpPr>
          <p:spPr>
            <a:xfrm>
              <a:off x="-236880" y="64940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7" name=""/>
            <p:cNvSpPr/>
            <p:nvPr/>
          </p:nvSpPr>
          <p:spPr>
            <a:xfrm rot="5358000">
              <a:off x="-929880" y="650196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8" name=""/>
            <p:cNvSpPr/>
            <p:nvPr/>
          </p:nvSpPr>
          <p:spPr>
            <a:xfrm rot="5358000">
              <a:off x="-246600" y="7197120"/>
              <a:ext cx="1068480" cy="766440"/>
            </a:xfrm>
            <a:custGeom>
              <a:avLst/>
              <a:gdLst>
                <a:gd name="textAreaLeft" fmla="*/ 276840 w 1068480"/>
                <a:gd name="textAreaRight" fmla="*/ 791640 w 106848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9" name=""/>
            <p:cNvSpPr/>
            <p:nvPr/>
          </p:nvSpPr>
          <p:spPr>
            <a:xfrm rot="5358000">
              <a:off x="426600" y="6518520"/>
              <a:ext cx="1068840" cy="766440"/>
            </a:xfrm>
            <a:custGeom>
              <a:avLst/>
              <a:gdLst>
                <a:gd name="textAreaLeft" fmla="*/ 277200 w 1068840"/>
                <a:gd name="textAreaRight" fmla="*/ 792000 w 106884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0" name=""/>
            <p:cNvSpPr/>
            <p:nvPr/>
          </p:nvSpPr>
          <p:spPr>
            <a:xfrm>
              <a:off x="1103400" y="65300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</a:gdLst>
              <a:ahLst/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51" name=""/>
          <p:cNvSpPr txBox="1"/>
          <p:nvPr/>
        </p:nvSpPr>
        <p:spPr>
          <a:xfrm>
            <a:off x="3844800" y="1408320"/>
            <a:ext cx="1097280" cy="122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tr-TR" sz="8000" spc="-1" strike="noStrike">
                <a:solidFill>
                  <a:srgbClr val="000000"/>
                </a:solidFill>
                <a:latin typeface="Arial"/>
              </a:rPr>
              <a:t>“</a:t>
            </a:r>
            <a:endParaRPr b="0" lang="tr-TR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7868160" y="3039840"/>
            <a:ext cx="1097280" cy="111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tr-TR" sz="7200" spc="-1" strike="noStrike">
                <a:solidFill>
                  <a:srgbClr val="000000"/>
                </a:solidFill>
                <a:latin typeface="Arial"/>
              </a:rPr>
              <a:t>”</a:t>
            </a:r>
            <a:endParaRPr b="0" lang="tr-TR" sz="7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8538120" y="3877200"/>
            <a:ext cx="975960" cy="1371600"/>
          </a:xfrm>
          <a:custGeom>
            <a:avLst/>
            <a:gdLst/>
            <a:ahLst/>
            <a:rect l="0" t="0" r="r" b="b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sm" type="oval" w="lg"/>
            <a:tailEnd len="sm" type="oval" w="lg"/>
          </a:ln>
        </p:spPr>
        <p:txBody>
          <a:bodyPr lIns="108360" rIns="108360" tIns="63360" bIns="6336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7372080" y="497448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7868160" y="-329040"/>
            <a:ext cx="2011680" cy="20116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2982960" y="3757320"/>
            <a:ext cx="1044720" cy="30276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  <p:sldLayoutId id="2147483737" r:id="rId18"/>
    <p:sldLayoutId id="2147483738" r:id="rId19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tr-TR" sz="4400" spc="-1" strike="noStrike">
                <a:solidFill>
                  <a:srgbClr val="000000"/>
                </a:solidFill>
                <a:latin typeface="Arial"/>
              </a:rPr>
              <a:t>Ana başlık metnini düzenlemek için tıklayın</a:t>
            </a: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3200" spc="-1" strike="noStrike">
                <a:solidFill>
                  <a:srgbClr val="000000"/>
                </a:solidFill>
                <a:latin typeface="Arial"/>
              </a:rPr>
              <a:t>Anahat metninin biçimini düzenlemek için tıklayın</a:t>
            </a: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800" spc="-1" strike="noStrike">
                <a:solidFill>
                  <a:srgbClr val="000000"/>
                </a:solidFill>
                <a:latin typeface="Arial"/>
              </a:rPr>
              <a:t>İkinci Anahat Düzeyi</a:t>
            </a:r>
            <a:endParaRPr b="0" lang="tr-T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400" spc="-1" strike="noStrike">
                <a:solidFill>
                  <a:srgbClr val="000000"/>
                </a:solidFill>
                <a:latin typeface="Arial"/>
              </a:rPr>
              <a:t>Üçüncü Anahat Düzeyi</a:t>
            </a:r>
            <a:endParaRPr b="0" lang="tr-T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Dördüncü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Beşinci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Altıncı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Yedinci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8266320" y="41155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7717680" y="-54828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97" name=""/>
          <p:cNvGrpSpPr/>
          <p:nvPr/>
        </p:nvGrpSpPr>
        <p:grpSpPr>
          <a:xfrm>
            <a:off x="-147600" y="-296280"/>
            <a:ext cx="915840" cy="1281240"/>
            <a:chOff x="-147600" y="-296280"/>
            <a:chExt cx="915840" cy="1281240"/>
          </a:xfrm>
        </p:grpSpPr>
        <p:sp>
          <p:nvSpPr>
            <p:cNvPr id="398" name=""/>
            <p:cNvSpPr/>
            <p:nvPr/>
          </p:nvSpPr>
          <p:spPr>
            <a:xfrm flipV="1" rot="5395800">
              <a:off x="219240" y="801000"/>
              <a:ext cx="182880" cy="182880"/>
            </a:xfrm>
            <a:prstGeom prst="ellipse">
              <a:avLst/>
            </a:prstGeom>
            <a:blipFill rotWithShape="0">
              <a:blip r:embed="rId2"/>
              <a:srcRect/>
              <a:tile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0000" bIns="90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9" name=""/>
            <p:cNvSpPr/>
            <p:nvPr/>
          </p:nvSpPr>
          <p:spPr>
            <a:xfrm flipV="1" rot="5395800">
              <a:off x="218880" y="435240"/>
              <a:ext cx="182880" cy="182880"/>
            </a:xfrm>
            <a:prstGeom prst="ellipse">
              <a:avLst/>
            </a:prstGeom>
            <a:blipFill rotWithShape="0">
              <a:blip r:embed="rId3"/>
              <a:srcRect/>
              <a:tile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0000" bIns="90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0" name=""/>
            <p:cNvSpPr/>
            <p:nvPr/>
          </p:nvSpPr>
          <p:spPr>
            <a:xfrm flipV="1" rot="5395800">
              <a:off x="218520" y="69840"/>
              <a:ext cx="182880" cy="182880"/>
            </a:xfrm>
            <a:prstGeom prst="ellipse">
              <a:avLst/>
            </a:prstGeom>
            <a:blipFill rotWithShape="0">
              <a:blip r:embed="rId4"/>
              <a:srcRect/>
              <a:tile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0000" bIns="90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1" name=""/>
            <p:cNvSpPr/>
            <p:nvPr/>
          </p:nvSpPr>
          <p:spPr>
            <a:xfrm flipV="1" rot="5395800">
              <a:off x="217800" y="-295920"/>
              <a:ext cx="182880" cy="182880"/>
            </a:xfrm>
            <a:prstGeom prst="ellipse">
              <a:avLst/>
            </a:prstGeom>
            <a:blipFill rotWithShape="0">
              <a:blip r:embed="rId5"/>
              <a:srcRect/>
              <a:tile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0000" bIns="90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2" name=""/>
            <p:cNvSpPr/>
            <p:nvPr/>
          </p:nvSpPr>
          <p:spPr>
            <a:xfrm flipV="1" rot="5395800">
              <a:off x="583920" y="-296280"/>
              <a:ext cx="182880" cy="182880"/>
            </a:xfrm>
            <a:prstGeom prst="ellipse">
              <a:avLst/>
            </a:prstGeom>
            <a:blipFill rotWithShape="0">
              <a:blip r:embed="rId6"/>
              <a:srcRect/>
              <a:tile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0000" bIns="90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3" name=""/>
            <p:cNvSpPr/>
            <p:nvPr/>
          </p:nvSpPr>
          <p:spPr>
            <a:xfrm flipV="1" rot="5395800">
              <a:off x="584280" y="69120"/>
              <a:ext cx="182880" cy="182880"/>
            </a:xfrm>
            <a:prstGeom prst="ellipse">
              <a:avLst/>
            </a:prstGeom>
            <a:blipFill rotWithShape="0">
              <a:blip r:embed="rId7"/>
              <a:srcRect/>
              <a:tile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0000" bIns="90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4" name=""/>
            <p:cNvSpPr/>
            <p:nvPr/>
          </p:nvSpPr>
          <p:spPr>
            <a:xfrm flipV="1" rot="5395800">
              <a:off x="584280" y="434880"/>
              <a:ext cx="182880" cy="182880"/>
            </a:xfrm>
            <a:prstGeom prst="ellipse">
              <a:avLst/>
            </a:prstGeom>
            <a:blipFill rotWithShape="0">
              <a:blip r:embed="rId8"/>
              <a:srcRect/>
              <a:tile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0000" bIns="90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5" name=""/>
            <p:cNvSpPr/>
            <p:nvPr/>
          </p:nvSpPr>
          <p:spPr>
            <a:xfrm flipV="1" rot="5395800">
              <a:off x="585000" y="801000"/>
              <a:ext cx="182880" cy="182880"/>
            </a:xfrm>
            <a:prstGeom prst="ellipse">
              <a:avLst/>
            </a:prstGeom>
            <a:blipFill rotWithShape="0">
              <a:blip r:embed="rId9"/>
              <a:srcRect/>
              <a:tile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0000" bIns="90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6" name=""/>
            <p:cNvSpPr/>
            <p:nvPr/>
          </p:nvSpPr>
          <p:spPr>
            <a:xfrm flipV="1" rot="5395800">
              <a:off x="-146160" y="801360"/>
              <a:ext cx="182880" cy="182880"/>
            </a:xfrm>
            <a:prstGeom prst="ellipse">
              <a:avLst/>
            </a:prstGeom>
            <a:blipFill rotWithShape="0">
              <a:blip r:embed="rId10"/>
              <a:srcRect/>
              <a:tile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0000" bIns="90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7" name=""/>
            <p:cNvSpPr/>
            <p:nvPr/>
          </p:nvSpPr>
          <p:spPr>
            <a:xfrm flipV="1" rot="5395800">
              <a:off x="-146880" y="435960"/>
              <a:ext cx="182880" cy="182880"/>
            </a:xfrm>
            <a:prstGeom prst="ellipse">
              <a:avLst/>
            </a:prstGeom>
            <a:blipFill rotWithShape="0">
              <a:blip r:embed="rId11"/>
              <a:srcRect/>
              <a:tile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0000" bIns="90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8" name=""/>
            <p:cNvSpPr/>
            <p:nvPr/>
          </p:nvSpPr>
          <p:spPr>
            <a:xfrm flipV="1" rot="5395800">
              <a:off x="-146880" y="69840"/>
              <a:ext cx="182880" cy="182880"/>
            </a:xfrm>
            <a:prstGeom prst="ellipse">
              <a:avLst/>
            </a:prstGeom>
            <a:blipFill rotWithShape="0">
              <a:blip r:embed="rId12"/>
              <a:srcRect/>
              <a:tile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0000" bIns="90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9" name=""/>
            <p:cNvSpPr/>
            <p:nvPr/>
          </p:nvSpPr>
          <p:spPr>
            <a:xfrm flipV="1" rot="5395800">
              <a:off x="-147240" y="-295560"/>
              <a:ext cx="182880" cy="182880"/>
            </a:xfrm>
            <a:prstGeom prst="ellipse">
              <a:avLst/>
            </a:prstGeom>
            <a:blipFill rotWithShape="0">
              <a:blip r:embed="rId13"/>
              <a:srcRect/>
              <a:tile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0000" bIns="90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10" name=""/>
          <p:cNvGrpSpPr/>
          <p:nvPr/>
        </p:nvGrpSpPr>
        <p:grpSpPr>
          <a:xfrm>
            <a:off x="9545040" y="4645800"/>
            <a:ext cx="915840" cy="1281240"/>
            <a:chOff x="9545040" y="4645800"/>
            <a:chExt cx="915840" cy="1281240"/>
          </a:xfrm>
        </p:grpSpPr>
        <p:sp>
          <p:nvSpPr>
            <p:cNvPr id="411" name=""/>
            <p:cNvSpPr/>
            <p:nvPr/>
          </p:nvSpPr>
          <p:spPr>
            <a:xfrm flipV="1" rot="5395800">
              <a:off x="9911880" y="5743080"/>
              <a:ext cx="182880" cy="182880"/>
            </a:xfrm>
            <a:prstGeom prst="ellipse">
              <a:avLst/>
            </a:prstGeom>
            <a:blipFill rotWithShape="0">
              <a:blip r:embed="rId14"/>
              <a:srcRect/>
              <a:tile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0000" bIns="90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2" name=""/>
            <p:cNvSpPr/>
            <p:nvPr/>
          </p:nvSpPr>
          <p:spPr>
            <a:xfrm flipV="1" rot="5395800">
              <a:off x="9911520" y="5377320"/>
              <a:ext cx="182880" cy="182880"/>
            </a:xfrm>
            <a:prstGeom prst="ellipse">
              <a:avLst/>
            </a:prstGeom>
            <a:blipFill rotWithShape="0">
              <a:blip r:embed="rId15"/>
              <a:srcRect/>
              <a:tile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0000" bIns="90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3" name=""/>
            <p:cNvSpPr/>
            <p:nvPr/>
          </p:nvSpPr>
          <p:spPr>
            <a:xfrm flipV="1" rot="5395800">
              <a:off x="9911160" y="5011920"/>
              <a:ext cx="182880" cy="182880"/>
            </a:xfrm>
            <a:prstGeom prst="ellipse">
              <a:avLst/>
            </a:prstGeom>
            <a:blipFill rotWithShape="0">
              <a:blip r:embed="rId16"/>
              <a:srcRect/>
              <a:tile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0000" bIns="90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4" name=""/>
            <p:cNvSpPr/>
            <p:nvPr/>
          </p:nvSpPr>
          <p:spPr>
            <a:xfrm flipV="1" rot="5395800">
              <a:off x="9910440" y="4645800"/>
              <a:ext cx="182880" cy="182880"/>
            </a:xfrm>
            <a:prstGeom prst="ellipse">
              <a:avLst/>
            </a:prstGeom>
            <a:blipFill rotWithShape="0">
              <a:blip r:embed="rId17"/>
              <a:srcRect/>
              <a:tile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0000" bIns="90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5" name=""/>
            <p:cNvSpPr/>
            <p:nvPr/>
          </p:nvSpPr>
          <p:spPr>
            <a:xfrm flipV="1" rot="5395800">
              <a:off x="10276560" y="4645440"/>
              <a:ext cx="182880" cy="182880"/>
            </a:xfrm>
            <a:prstGeom prst="ellipse">
              <a:avLst/>
            </a:prstGeom>
            <a:blipFill rotWithShape="0">
              <a:blip r:embed="rId18"/>
              <a:srcRect/>
              <a:tile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0000" bIns="90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6" name=""/>
            <p:cNvSpPr/>
            <p:nvPr/>
          </p:nvSpPr>
          <p:spPr>
            <a:xfrm flipV="1" rot="5395800">
              <a:off x="10276920" y="5011200"/>
              <a:ext cx="182880" cy="182880"/>
            </a:xfrm>
            <a:prstGeom prst="ellipse">
              <a:avLst/>
            </a:prstGeom>
            <a:blipFill rotWithShape="0">
              <a:blip r:embed="rId19"/>
              <a:srcRect/>
              <a:tile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0000" bIns="90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7" name=""/>
            <p:cNvSpPr/>
            <p:nvPr/>
          </p:nvSpPr>
          <p:spPr>
            <a:xfrm flipV="1" rot="5395800">
              <a:off x="10276920" y="5376960"/>
              <a:ext cx="182880" cy="182880"/>
            </a:xfrm>
            <a:prstGeom prst="ellipse">
              <a:avLst/>
            </a:prstGeom>
            <a:blipFill rotWithShape="0">
              <a:blip r:embed="rId20"/>
              <a:srcRect/>
              <a:tile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0000" bIns="90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8" name=""/>
            <p:cNvSpPr/>
            <p:nvPr/>
          </p:nvSpPr>
          <p:spPr>
            <a:xfrm flipV="1" rot="5395800">
              <a:off x="10277640" y="5743080"/>
              <a:ext cx="182880" cy="182880"/>
            </a:xfrm>
            <a:prstGeom prst="ellipse">
              <a:avLst/>
            </a:prstGeom>
            <a:blipFill rotWithShape="0">
              <a:blip r:embed="rId21"/>
              <a:srcRect/>
              <a:tile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0000" bIns="90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9" name=""/>
            <p:cNvSpPr/>
            <p:nvPr/>
          </p:nvSpPr>
          <p:spPr>
            <a:xfrm flipV="1" rot="5395800">
              <a:off x="9546120" y="5743440"/>
              <a:ext cx="182880" cy="182880"/>
            </a:xfrm>
            <a:prstGeom prst="ellipse">
              <a:avLst/>
            </a:prstGeom>
            <a:blipFill rotWithShape="0">
              <a:blip r:embed="rId22"/>
              <a:srcRect/>
              <a:tile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0000" bIns="90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0" name=""/>
            <p:cNvSpPr/>
            <p:nvPr/>
          </p:nvSpPr>
          <p:spPr>
            <a:xfrm flipV="1" rot="5395800">
              <a:off x="9545400" y="5378040"/>
              <a:ext cx="182880" cy="182880"/>
            </a:xfrm>
            <a:prstGeom prst="ellipse">
              <a:avLst/>
            </a:prstGeom>
            <a:blipFill rotWithShape="0">
              <a:blip r:embed="rId23"/>
              <a:srcRect/>
              <a:tile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0000" bIns="90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1" name=""/>
            <p:cNvSpPr/>
            <p:nvPr/>
          </p:nvSpPr>
          <p:spPr>
            <a:xfrm flipV="1" rot="5395800">
              <a:off x="9545400" y="5011920"/>
              <a:ext cx="182880" cy="182880"/>
            </a:xfrm>
            <a:prstGeom prst="ellipse">
              <a:avLst/>
            </a:prstGeom>
            <a:blipFill rotWithShape="0">
              <a:blip r:embed="rId24"/>
              <a:srcRect/>
              <a:tile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0000" bIns="90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2" name=""/>
            <p:cNvSpPr/>
            <p:nvPr/>
          </p:nvSpPr>
          <p:spPr>
            <a:xfrm flipV="1" rot="5395800">
              <a:off x="9545040" y="4646160"/>
              <a:ext cx="182880" cy="182880"/>
            </a:xfrm>
            <a:prstGeom prst="ellipse">
              <a:avLst/>
            </a:prstGeom>
            <a:blipFill rotWithShape="0">
              <a:blip r:embed="rId25"/>
              <a:srcRect/>
              <a:tile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90000" bIns="90000" anchor="ctr">
              <a:noAutofit/>
            </a:bodyPr>
            <a:p>
              <a:endParaRPr b="0" lang="tr-T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23" name=""/>
          <p:cNvSpPr/>
          <p:nvPr/>
        </p:nvSpPr>
        <p:spPr>
          <a:xfrm>
            <a:off x="-146160" y="31093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6"/>
    <p:sldLayoutId id="2147483741" r:id="rId27"/>
    <p:sldLayoutId id="2147483742" r:id="rId28"/>
    <p:sldLayoutId id="2147483743" r:id="rId29"/>
    <p:sldLayoutId id="2147483744" r:id="rId30"/>
    <p:sldLayoutId id="2147483745" r:id="rId31"/>
    <p:sldLayoutId id="2147483746" r:id="rId32"/>
    <p:sldLayoutId id="2147483747" r:id="rId33"/>
    <p:sldLayoutId id="2147483748" r:id="rId34"/>
    <p:sldLayoutId id="2147483749" r:id="rId35"/>
    <p:sldLayoutId id="2147483750" r:id="rId36"/>
    <p:sldLayoutId id="2147483751" r:id="rId37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tr-TR" sz="4400" spc="-1" strike="noStrike">
                <a:solidFill>
                  <a:srgbClr val="000000"/>
                </a:solidFill>
                <a:latin typeface="Arial"/>
              </a:rPr>
              <a:t>Ana başlık metnini düzenlemek için tıklayın</a:t>
            </a:r>
            <a:endParaRPr b="0" lang="tr-T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3200" spc="-1" strike="noStrike">
                <a:solidFill>
                  <a:srgbClr val="000000"/>
                </a:solidFill>
                <a:latin typeface="Arial"/>
              </a:rPr>
              <a:t>Anahat metninin biçimini düzenlemek için tıklayın</a:t>
            </a:r>
            <a:endParaRPr b="0" lang="tr-T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800" spc="-1" strike="noStrike">
                <a:solidFill>
                  <a:srgbClr val="000000"/>
                </a:solidFill>
                <a:latin typeface="Arial"/>
              </a:rPr>
              <a:t>İkinci Anahat Düzeyi</a:t>
            </a:r>
            <a:endParaRPr b="0" lang="tr-T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400" spc="-1" strike="noStrike">
                <a:solidFill>
                  <a:srgbClr val="000000"/>
                </a:solidFill>
                <a:latin typeface="Arial"/>
              </a:rPr>
              <a:t>Üçüncü Anahat Düzeyi</a:t>
            </a:r>
            <a:endParaRPr b="0" lang="tr-T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Dördüncü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Beşinci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Altıncı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Yedinci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"/>
          <p:cNvSpPr/>
          <p:nvPr/>
        </p:nvSpPr>
        <p:spPr>
          <a:xfrm rot="18876000">
            <a:off x="8646120" y="-405720"/>
            <a:ext cx="2895480" cy="289548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 rot="18876000">
            <a:off x="8666280" y="3983040"/>
            <a:ext cx="2895480" cy="289548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 rot="18964800">
            <a:off x="994320" y="591588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 rot="18964800">
            <a:off x="-1296720" y="551376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 rot="18964800">
            <a:off x="3682080" y="339480"/>
            <a:ext cx="3457800" cy="9223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 rot="18964800">
            <a:off x="1446120" y="-75852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 rot="18964800">
            <a:off x="-727200" y="3295080"/>
            <a:ext cx="2588760" cy="5130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2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2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5.jpeg"/><Relationship Id="rId2" Type="http://schemas.openxmlformats.org/officeDocument/2006/relationships/slideLayout" Target="../slideLayouts/slideLayout9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"/>
          <p:cNvSpPr txBox="1"/>
          <p:nvPr/>
        </p:nvSpPr>
        <p:spPr>
          <a:xfrm>
            <a:off x="3506760" y="4515120"/>
            <a:ext cx="3387240" cy="140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tr-TR" sz="2800" spc="-1" strike="noStrike">
                <a:solidFill>
                  <a:srgbClr val="000000"/>
                </a:solidFill>
                <a:latin typeface="Noto Sans"/>
              </a:rPr>
              <a:t>Derin Sinir Ağları</a:t>
            </a:r>
            <a:endParaRPr b="0" lang="tr-TR" sz="2800" spc="-1" strike="noStrike">
              <a:solidFill>
                <a:srgbClr val="000000"/>
              </a:solidFill>
              <a:latin typeface="Arial"/>
            </a:endParaRPr>
          </a:p>
          <a:p>
            <a:pPr algn="r"/>
            <a:r>
              <a:rPr b="0" lang="tr-TR" sz="2000" spc="-1" strike="noStrike">
                <a:solidFill>
                  <a:srgbClr val="000000"/>
                </a:solidFill>
                <a:latin typeface="Noto Sans"/>
              </a:rPr>
              <a:t>Rana Nur OKTAY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7315200" y="4629240"/>
            <a:ext cx="2377440" cy="7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tr-TR" sz="1800" spc="-1" strike="noStrike">
                <a:solidFill>
                  <a:srgbClr val="000000"/>
                </a:solidFill>
                <a:latin typeface="Noto Sans"/>
              </a:rPr>
              <a:t>17.03.2025</a:t>
            </a:r>
            <a:endParaRPr b="0" lang="tr-TR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2000" spc="-1" strike="noStrike">
                <a:solidFill>
                  <a:srgbClr val="000000"/>
                </a:solidFill>
                <a:latin typeface="Noto Sans"/>
              </a:rPr>
              <a:t>Kazım HANBAY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7" name="" descr=""/>
          <p:cNvPicPr/>
          <p:nvPr/>
        </p:nvPicPr>
        <p:blipFill>
          <a:blip r:embed="rId1"/>
          <a:stretch/>
        </p:blipFill>
        <p:spPr>
          <a:xfrm>
            <a:off x="182880" y="5198400"/>
            <a:ext cx="1371600" cy="300960"/>
          </a:xfrm>
          <a:prstGeom prst="rect">
            <a:avLst/>
          </a:prstGeom>
          <a:ln w="0">
            <a:noFill/>
          </a:ln>
        </p:spPr>
      </p:pic>
      <p:sp>
        <p:nvSpPr>
          <p:cNvPr id="508" name=""/>
          <p:cNvSpPr/>
          <p:nvPr/>
        </p:nvSpPr>
        <p:spPr>
          <a:xfrm>
            <a:off x="7132320" y="4375440"/>
            <a:ext cx="0" cy="1005840"/>
          </a:xfrm>
          <a:prstGeom prst="line">
            <a:avLst/>
          </a:prstGeom>
          <a:ln w="547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117360" tIns="144720" bIns="14472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"/>
          <p:cNvSpPr txBox="1"/>
          <p:nvPr/>
        </p:nvSpPr>
        <p:spPr>
          <a:xfrm>
            <a:off x="3950640" y="1842120"/>
            <a:ext cx="4394160" cy="2289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tr-TR" sz="1600" spc="-1" strike="noStrike">
                <a:solidFill>
                  <a:srgbClr val="000000"/>
                </a:solidFill>
                <a:latin typeface="Noto Sans"/>
              </a:rPr>
              <a:t>Başlık:</a:t>
            </a: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 Büyük Veri ile Tahmin Modelleri İçin Derin Öğrenme: Kapsamlı Bir İnceleme</a:t>
            </a:r>
            <a:endParaRPr b="0" lang="tr-TR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tr-TR" sz="1600" spc="-1" strike="noStrike">
                <a:solidFill>
                  <a:srgbClr val="000000"/>
                </a:solidFill>
                <a:latin typeface="Noto Sans"/>
              </a:rPr>
              <a:t>Kaynak:</a:t>
            </a: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 Frank Emmert-Streib, et al. (Frontiers in Artificial Intelligence, 2020)</a:t>
            </a:r>
            <a:endParaRPr b="0" lang="tr-TR" sz="16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tr-TR" sz="1600" spc="-1" strike="noStrike">
                <a:solidFill>
                  <a:srgbClr val="000000"/>
                </a:solidFill>
                <a:latin typeface="Noto Sans"/>
              </a:rPr>
              <a:t>İçerik: </a:t>
            </a: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D-FFNN, CNN, DBN, AE ve LSTM mimarilerinin matematiksel ve yapısal analizi.</a:t>
            </a:r>
            <a:endParaRPr b="0" lang="tr-T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"/>
          <p:cNvSpPr txBox="1"/>
          <p:nvPr/>
        </p:nvSpPr>
        <p:spPr>
          <a:xfrm>
            <a:off x="1348920" y="1472400"/>
            <a:ext cx="7299360" cy="308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Paradigma Değişimi:</a:t>
            </a:r>
            <a:r>
              <a:rPr b="0" lang="tr-TR" sz="1600" spc="-1" strike="noStrike">
                <a:solidFill>
                  <a:srgbClr val="999999"/>
                </a:solidFill>
                <a:latin typeface="Noto Sans"/>
              </a:rPr>
              <a:t> Derin öğrenme (DL), yapay zekada veriden hiyerarşik özellik çıkarımı yapan yeni bir öğrenme modelidir.</a:t>
            </a:r>
            <a:endParaRPr b="0" lang="tr-T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Büyük Veri Zorluğu:</a:t>
            </a:r>
            <a:r>
              <a:rPr b="0" lang="tr-TR" sz="1600" spc="-1" strike="noStrike">
                <a:solidFill>
                  <a:srgbClr val="999999"/>
                </a:solidFill>
                <a:latin typeface="Noto Sans"/>
              </a:rPr>
              <a:t> 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Muazzam</a:t>
            </a:r>
            <a:r>
              <a:rPr b="0" lang="tr-TR" sz="1600" spc="-1" strike="noStrike">
                <a:solidFill>
                  <a:srgbClr val="999999"/>
                </a:solidFill>
                <a:latin typeface="Noto Sans"/>
              </a:rPr>
              <a:t> veri hacmi, geleneksel modellerin kapasitesini aşmakta ve disiplinler arası çalışanlar için metodolojik zorluklar yaratmaktadır.</a:t>
            </a:r>
            <a:endParaRPr b="0" lang="tr-T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Mimari Esneklik: 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Temel DL mimarileri, tıpkı "Lego" parçaları gibi, karmaşık ve uygulamaya özel hibrit sistemler inşa etmek için birleştirilebilir.</a:t>
            </a:r>
            <a:endParaRPr b="0" lang="tr-T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>
            <a:off x="914400" y="2835000"/>
            <a:ext cx="91440" cy="164592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1788840" y="450360"/>
            <a:ext cx="4403520" cy="71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tr-TR" sz="2500" spc="-1" strike="noStrike">
                <a:solidFill>
                  <a:srgbClr val="000000"/>
                </a:solidFill>
                <a:latin typeface="Noto Sans"/>
              </a:rPr>
              <a:t>Özet ve Temel Motivasyon</a:t>
            </a:r>
            <a:endParaRPr b="0" lang="tr-TR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"/>
          <p:cNvSpPr txBox="1"/>
          <p:nvPr/>
        </p:nvSpPr>
        <p:spPr>
          <a:xfrm>
            <a:off x="1348920" y="1472400"/>
            <a:ext cx="7299360" cy="3675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Karmaşık Tahmin Modelleri: 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Birçok gizli birime sahip çok katmanlı yapılar.</a:t>
            </a:r>
            <a:endParaRPr b="0" lang="tr-T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Dönüm Noktası Uygulamalar:</a:t>
            </a:r>
            <a:endParaRPr b="0" lang="tr-T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-MNIST: %0,21 hata oranı (Wan ve arkadaşları, 2013).</a:t>
            </a:r>
            <a:endParaRPr b="0" lang="tr-T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-Görüntü ve Konuşma: ImageNet başarıları ve doğal dil anlama (Sarikaya ve arkadaşları, 2014).</a:t>
            </a:r>
            <a:endParaRPr b="0" lang="tr-T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-Biyomedikal: Genomik dizileme ve akustik modelleme.</a:t>
            </a:r>
            <a:endParaRPr b="0" lang="tr-T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Modern Dalga: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Sinir ağları 1950'den beri var olsa da, 2006 (Hinton) yılı modern derin öğrenmenin başlangıcı kabul edilir.</a:t>
            </a:r>
            <a:endParaRPr b="0" lang="tr-T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"/>
          <p:cNvSpPr/>
          <p:nvPr/>
        </p:nvSpPr>
        <p:spPr>
          <a:xfrm>
            <a:off x="914400" y="2835000"/>
            <a:ext cx="91440" cy="164592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1788840" y="450360"/>
            <a:ext cx="4862160" cy="95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tr-TR" sz="2500" spc="-1" strike="noStrike">
                <a:solidFill>
                  <a:srgbClr val="000000"/>
                </a:solidFill>
                <a:latin typeface="Noto Sans"/>
              </a:rPr>
              <a:t>Giriş: Neden Derin Öğrenme?</a:t>
            </a:r>
            <a:endParaRPr b="0" lang="tr-TR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"/>
          <p:cNvSpPr txBox="1"/>
          <p:nvPr/>
        </p:nvSpPr>
        <p:spPr>
          <a:xfrm>
            <a:off x="1348920" y="1472400"/>
            <a:ext cx="7299360" cy="395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1943: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McCulloch ve Pitts; ilk soyut matematiksel nöron modeli (öğrenme yoktu).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1949: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Hebb; gözetimsiz öğrenmenin temeli olan "Hebbian öğrenme" ilkesi.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1957: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Rosenblatt; Perceptron (doğrusal ikili sınıflandırıcı).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1960: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Widrow ve Hoff; Delta öğrenme kuralı (En Küçük Kareler kuralı).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1968: 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Ivakhnenko; GMDH (Veri İşlemede Grup Yöntemi) – ilk derin ileri beslemeli ağlar.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1969: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Minsky ve Papert; Perceptron'un XOR problemini çözemediğinin kanıtı (AI Kışı başlangıcı).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</p:txBody>
      </p:sp>
      <p:sp>
        <p:nvSpPr>
          <p:cNvPr id="517" name=""/>
          <p:cNvSpPr/>
          <p:nvPr/>
        </p:nvSpPr>
        <p:spPr>
          <a:xfrm>
            <a:off x="914400" y="2835000"/>
            <a:ext cx="91440" cy="164592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1140840" y="450360"/>
            <a:ext cx="6807600" cy="95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tr-TR" sz="2500" spc="-1" strike="noStrike">
                <a:solidFill>
                  <a:srgbClr val="000000"/>
                </a:solidFill>
                <a:latin typeface="Noto Sans"/>
              </a:rPr>
              <a:t>Tarihsel Zaman Çizelgesi (1943 - 1980)</a:t>
            </a:r>
            <a:endParaRPr b="0" lang="tr-TR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"/>
          <p:cNvSpPr txBox="1"/>
          <p:nvPr/>
        </p:nvSpPr>
        <p:spPr>
          <a:xfrm>
            <a:off x="1053360" y="1161720"/>
            <a:ext cx="7994520" cy="477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1980: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Fukushima; Neocognitron (CNN’lerin atası).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1986: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Rumelhart ve ark.; Hata Geri Yayılımı’nın (Backpropagation) yeniden keşfi.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1991: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Hochreiter; Gradyan Kaybolması (Vanishing Gradient) probleminin matematiksel tanımı.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1997: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Hochreiter ve Schmidhuber; LSTM mimarisinin tanıtılması.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2006: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Hinton ve ark.; DBN'lerin "katman katman ön eğitim" ile verimli eğitilebilmesi.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2012: 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Krizhevsky; AlexNet ile ImageNet yarışmasının kazanılması ve GPU devrimi.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2014: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Goodfellow ve ark.; Üretken Çekişmeli Ağlar (GAN).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>
            <a:off x="914400" y="2835000"/>
            <a:ext cx="91440" cy="164592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1140840" y="450360"/>
            <a:ext cx="6807600" cy="95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tr-TR" sz="2500" spc="-1" strike="noStrike">
                <a:solidFill>
                  <a:srgbClr val="000000"/>
                </a:solidFill>
                <a:latin typeface="Noto Sans"/>
              </a:rPr>
              <a:t>Tarihsel Zaman Çizelgesi (1980 - 2019)</a:t>
            </a:r>
            <a:endParaRPr b="0" lang="tr-TR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"/>
          <p:cNvSpPr txBox="1"/>
          <p:nvPr/>
        </p:nvSpPr>
        <p:spPr>
          <a:xfrm>
            <a:off x="1053360" y="1161720"/>
            <a:ext cx="7994520" cy="477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Girdi (x) ve Ağırlıklar (w):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Her girdi bir ağırlıkla çarpılır.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Sapma (Bias - b):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Sisteme eklenen skaler değer.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Net Girdi (z):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z = w^T x + b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Aktivasyon Fonksiyonu (   ):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z değerini doğrusal olmayan bir çıktıya dönüştürür.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                            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                                 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                                                    </a:t>
            </a: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   </a:t>
            </a: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Çıktı Denklemi: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>
            <a:off x="914400" y="2835000"/>
            <a:ext cx="91440" cy="164592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1644120" y="450360"/>
            <a:ext cx="6807600" cy="95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tr-TR" sz="2500" spc="-1" strike="noStrike">
                <a:solidFill>
                  <a:srgbClr val="000000"/>
                </a:solidFill>
                <a:latin typeface="Noto Sans"/>
              </a:rPr>
              <a:t>Yapay Nöronun Matematiksel Anatomisi</a:t>
            </a:r>
            <a:endParaRPr b="0" lang="tr-TR" sz="2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5" name="" descr=""/>
          <p:cNvPicPr/>
          <p:nvPr/>
        </p:nvPicPr>
        <p:blipFill>
          <a:blip r:embed="rId1"/>
          <a:stretch/>
        </p:blipFill>
        <p:spPr>
          <a:xfrm>
            <a:off x="3530520" y="3361320"/>
            <a:ext cx="2639520" cy="898560"/>
          </a:xfrm>
          <a:prstGeom prst="rect">
            <a:avLst/>
          </a:prstGeom>
          <a:ln w="0">
            <a:noFill/>
          </a:ln>
        </p:spPr>
      </p:pic>
      <p:pic>
        <p:nvPicPr>
          <p:cNvPr id="526" name="" descr=""/>
          <p:cNvPicPr/>
          <p:nvPr/>
        </p:nvPicPr>
        <p:blipFill>
          <a:blip r:embed="rId2"/>
          <a:stretch/>
        </p:blipFill>
        <p:spPr>
          <a:xfrm>
            <a:off x="3397320" y="2064600"/>
            <a:ext cx="210600" cy="23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"/>
          <p:cNvSpPr txBox="1"/>
          <p:nvPr/>
        </p:nvSpPr>
        <p:spPr>
          <a:xfrm>
            <a:off x="1031400" y="1146960"/>
            <a:ext cx="7994520" cy="477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Hiperbolik Tanjant: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Sigmoid: 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  <a:ea typeface="Noto Sans CJK SC"/>
              </a:rPr>
              <a:t>ReLU (Rectifie</a:t>
            </a: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ear Unit)Unit):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Derin ağlarda gradyan kaybolmasını önlemek için standarttır.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Softmax: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Olasılık dağılımı (toplamı 1 olan çıktılar) için: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</p:txBody>
      </p:sp>
      <p:sp>
        <p:nvSpPr>
          <p:cNvPr id="528" name=""/>
          <p:cNvSpPr/>
          <p:nvPr/>
        </p:nvSpPr>
        <p:spPr>
          <a:xfrm>
            <a:off x="914400" y="2835000"/>
            <a:ext cx="91440" cy="164592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238320" y="450360"/>
            <a:ext cx="6807600" cy="95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tr-TR" sz="2500" spc="-1" strike="noStrike">
                <a:solidFill>
                  <a:srgbClr val="000000"/>
                </a:solidFill>
                <a:latin typeface="Noto Sans"/>
              </a:rPr>
              <a:t>Kritik Aktivasyon Fonksiyonları</a:t>
            </a:r>
            <a:endParaRPr b="0" lang="tr-TR" sz="2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0" name="" descr=""/>
          <p:cNvPicPr/>
          <p:nvPr/>
        </p:nvPicPr>
        <p:blipFill>
          <a:blip r:embed="rId1"/>
          <a:stretch/>
        </p:blipFill>
        <p:spPr>
          <a:xfrm>
            <a:off x="2950920" y="1146960"/>
            <a:ext cx="2945520" cy="441720"/>
          </a:xfrm>
          <a:prstGeom prst="rect">
            <a:avLst/>
          </a:prstGeom>
          <a:ln w="0">
            <a:noFill/>
          </a:ln>
        </p:spPr>
      </p:pic>
      <p:pic>
        <p:nvPicPr>
          <p:cNvPr id="531" name="" descr=""/>
          <p:cNvPicPr/>
          <p:nvPr/>
        </p:nvPicPr>
        <p:blipFill>
          <a:blip r:embed="rId2"/>
          <a:stretch/>
        </p:blipFill>
        <p:spPr>
          <a:xfrm>
            <a:off x="2041560" y="1759680"/>
            <a:ext cx="2530440" cy="381960"/>
          </a:xfrm>
          <a:prstGeom prst="rect">
            <a:avLst/>
          </a:prstGeom>
          <a:ln w="0">
            <a:noFill/>
          </a:ln>
        </p:spPr>
      </p:pic>
      <p:pic>
        <p:nvPicPr>
          <p:cNvPr id="532" name="" descr=""/>
          <p:cNvPicPr/>
          <p:nvPr/>
        </p:nvPicPr>
        <p:blipFill>
          <a:blip r:embed="rId3"/>
          <a:stretch/>
        </p:blipFill>
        <p:spPr>
          <a:xfrm>
            <a:off x="2258280" y="2664000"/>
            <a:ext cx="1613520" cy="339480"/>
          </a:xfrm>
          <a:prstGeom prst="rect">
            <a:avLst/>
          </a:prstGeom>
          <a:ln w="0">
            <a:noFill/>
          </a:ln>
        </p:spPr>
      </p:pic>
      <p:pic>
        <p:nvPicPr>
          <p:cNvPr id="533" name="" descr=""/>
          <p:cNvPicPr/>
          <p:nvPr/>
        </p:nvPicPr>
        <p:blipFill>
          <a:blip r:embed="rId4"/>
          <a:stretch/>
        </p:blipFill>
        <p:spPr>
          <a:xfrm>
            <a:off x="6369120" y="3130560"/>
            <a:ext cx="1243800" cy="762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"/>
          <p:cNvSpPr txBox="1"/>
          <p:nvPr/>
        </p:nvSpPr>
        <p:spPr>
          <a:xfrm>
            <a:off x="1053360" y="1161720"/>
            <a:ext cx="7994520" cy="477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Yapı: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Girdi katmanı, çoklu gizli katmanlar ve çıktı katmanı. Döngüsüz akış.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Derinlik vs Genişlik: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Katman sayısı (derinlik) ve her katmandaki nöron sayısı (genişlik).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Matematiksel Fonksiyon: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Öğrenme Stratejisi: 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Stokastik Gradyan İnişi (SGD). Hesaplama verimliliği için veriyi parçalar (batch) halinde işler.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</p:txBody>
      </p:sp>
      <p:sp>
        <p:nvSpPr>
          <p:cNvPr id="535" name=""/>
          <p:cNvSpPr/>
          <p:nvPr/>
        </p:nvSpPr>
        <p:spPr>
          <a:xfrm>
            <a:off x="914400" y="2835000"/>
            <a:ext cx="91440" cy="164592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1777320" y="450360"/>
            <a:ext cx="6807600" cy="95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tr-TR" sz="2500" spc="-1" strike="noStrike">
                <a:solidFill>
                  <a:srgbClr val="000000"/>
                </a:solidFill>
                <a:latin typeface="Noto Sans"/>
              </a:rPr>
              <a:t>Derin İleri Beslemeli Sinir Ağları (D-FFNN)</a:t>
            </a:r>
            <a:endParaRPr b="0" lang="tr-TR" sz="2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7" name="" descr=""/>
          <p:cNvPicPr/>
          <p:nvPr/>
        </p:nvPicPr>
        <p:blipFill>
          <a:blip r:embed="rId1"/>
          <a:stretch/>
        </p:blipFill>
        <p:spPr>
          <a:xfrm>
            <a:off x="3706200" y="2464560"/>
            <a:ext cx="3610440" cy="56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"/>
          <p:cNvSpPr txBox="1"/>
          <p:nvPr/>
        </p:nvSpPr>
        <p:spPr>
          <a:xfrm>
            <a:off x="1053360" y="1161720"/>
            <a:ext cx="7994520" cy="477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Neden CNN?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Tam bağlantılı ağlarda parametre patlaması (parametre sayısının kontrolsüz artışı) yaşanır.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Yerel Bağlantısallık (Local Connectivity):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Her nöron sadece bir sonraki katmandaki sınırlı bir "alıcı alan" (receptive field) ile bağlanır. Parametre tasarrufu sağlar.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Ağırlık Paylaşımı (Weight Sharing):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Aynı çekirdek (kernel), tüm görüntü üzerinde kaydırılarak kullanılır. Bu, ağın konumsal özellikleri algılamasını sağlar.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Veri Yapısı: 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Özellikle görüntü, video ve ses gibi uzamsal ilişkileri olan veriler için optimize edilmiştir.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</p:txBody>
      </p:sp>
      <p:sp>
        <p:nvSpPr>
          <p:cNvPr id="539" name=""/>
          <p:cNvSpPr/>
          <p:nvPr/>
        </p:nvSpPr>
        <p:spPr>
          <a:xfrm>
            <a:off x="914400" y="2835000"/>
            <a:ext cx="91440" cy="164592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1481400" y="450360"/>
            <a:ext cx="7862400" cy="95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tr-TR" sz="2500" spc="-1" strike="noStrike">
                <a:solidFill>
                  <a:srgbClr val="000000"/>
                </a:solidFill>
                <a:latin typeface="Noto Sans"/>
              </a:rPr>
              <a:t>Evrişimli Sinir Ağları (CNN): Kavramsal Farklar</a:t>
            </a:r>
            <a:endParaRPr b="0" lang="tr-TR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"/>
          <p:cNvSpPr/>
          <p:nvPr/>
        </p:nvSpPr>
        <p:spPr>
          <a:xfrm>
            <a:off x="914400" y="2835000"/>
            <a:ext cx="91440" cy="164592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-1477800" y="405720"/>
            <a:ext cx="7862400" cy="95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tr-TR" sz="2500" spc="-1" strike="noStrike">
                <a:solidFill>
                  <a:srgbClr val="000000"/>
                </a:solidFill>
                <a:latin typeface="Noto Sans"/>
              </a:rPr>
              <a:t>Evrişimli Sinir Ağları (CNN):</a:t>
            </a:r>
            <a:endParaRPr b="0" lang="tr-TR" sz="2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3" name="" descr=""/>
          <p:cNvPicPr/>
          <p:nvPr/>
        </p:nvPicPr>
        <p:blipFill>
          <a:blip r:embed="rId1"/>
          <a:stretch/>
        </p:blipFill>
        <p:spPr>
          <a:xfrm>
            <a:off x="1256040" y="1277640"/>
            <a:ext cx="8272440" cy="2436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"/>
          <p:cNvSpPr txBox="1"/>
          <p:nvPr/>
        </p:nvSpPr>
        <p:spPr>
          <a:xfrm>
            <a:off x="1053360" y="1161720"/>
            <a:ext cx="7994520" cy="477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VGGNet: 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Derinliği 19 katmana çıkararak küçük (3x3) filtrelerin gücünü kanıtladı.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GoogLeNet (Inception):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Hesaplama verimliliği için paralel katmanlar ve 1x1 evrişimler kullandı.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ResNet (Residual Learning):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Derin ağlarda performansı düşüren bozulma (degradation) sorununu "atlama bağlantıları" (shortcut connections) ile çözdü.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-Artık Blok: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</p:txBody>
      </p:sp>
      <p:sp>
        <p:nvSpPr>
          <p:cNvPr id="545" name=""/>
          <p:cNvSpPr/>
          <p:nvPr/>
        </p:nvSpPr>
        <p:spPr>
          <a:xfrm>
            <a:off x="914400" y="2835000"/>
            <a:ext cx="91440" cy="164592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575640" y="450360"/>
            <a:ext cx="7862400" cy="95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tr-TR" sz="2500" spc="-1" strike="noStrike">
                <a:solidFill>
                  <a:srgbClr val="000000"/>
                </a:solidFill>
                <a:latin typeface="Noto Sans"/>
              </a:rPr>
              <a:t>Önemli CNN Varyantları ve İnovasyonlar</a:t>
            </a:r>
            <a:endParaRPr b="0" lang="tr-TR" sz="2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7" name="" descr=""/>
          <p:cNvPicPr/>
          <p:nvPr/>
        </p:nvPicPr>
        <p:blipFill>
          <a:blip r:embed="rId1"/>
          <a:stretch/>
        </p:blipFill>
        <p:spPr>
          <a:xfrm>
            <a:off x="2265840" y="3375720"/>
            <a:ext cx="1790640" cy="38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"/>
          <p:cNvSpPr txBox="1"/>
          <p:nvPr/>
        </p:nvSpPr>
        <p:spPr>
          <a:xfrm>
            <a:off x="1053360" y="1161720"/>
            <a:ext cx="7994520" cy="477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Mimari: 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Kısıtlı Boltzmann Makinelerinin (RBM) hiyerarşik istiflenmesi.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RBM Enerji Fonksiyonu: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Eğitim Süreci: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1.Gözetimsiz Ön Eğitim: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RBM'ler kullanılarak ağırlıklar verinin dağılımına göre başlatılır (Contrastive Divergence).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2.Denetimli İnce Ayar: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Geri yayılım ile etiketli veri üzerinden hata minimize edilir.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>
            <a:off x="914400" y="2835000"/>
            <a:ext cx="91440" cy="164592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-1932480" y="450360"/>
            <a:ext cx="7862400" cy="95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tr-TR" sz="2500" spc="-1" strike="noStrike">
                <a:solidFill>
                  <a:srgbClr val="000000"/>
                </a:solidFill>
                <a:latin typeface="Noto Sans"/>
              </a:rPr>
              <a:t>Derin İnanç Ağları (DBN)</a:t>
            </a:r>
            <a:endParaRPr b="0" lang="tr-TR" sz="2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1" name="" descr=""/>
          <p:cNvPicPr/>
          <p:nvPr/>
        </p:nvPicPr>
        <p:blipFill>
          <a:blip r:embed="rId1"/>
          <a:stretch/>
        </p:blipFill>
        <p:spPr>
          <a:xfrm>
            <a:off x="2595600" y="2041200"/>
            <a:ext cx="5656680" cy="924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"/>
          <p:cNvSpPr txBox="1"/>
          <p:nvPr/>
        </p:nvSpPr>
        <p:spPr>
          <a:xfrm>
            <a:off x="1053360" y="1161720"/>
            <a:ext cx="7994520" cy="477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Tanım: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Girdiyi temsil eden düşük boyutlu bir kod öğrenen gözetimsiz ağlar.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Yapı: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-Encoder: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c = h(x) (Sıkıştırma).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-Decoder: 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y = g(c) (Yeniden İnşa).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Kriter: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Girdi ile çıktı arasındaki farkın (reconstruction error) minimizasyonu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Kullanım Alanları: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Boyut indirgeme, gürültü temizleme (Denoising AE), özellik çıkarma.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</p:txBody>
      </p:sp>
      <p:sp>
        <p:nvSpPr>
          <p:cNvPr id="553" name=""/>
          <p:cNvSpPr/>
          <p:nvPr/>
        </p:nvSpPr>
        <p:spPr>
          <a:xfrm>
            <a:off x="914400" y="2835000"/>
            <a:ext cx="91440" cy="164592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806040" y="450360"/>
            <a:ext cx="7862400" cy="95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tr-TR" sz="2500" spc="-1" strike="noStrike">
                <a:solidFill>
                  <a:srgbClr val="000000"/>
                </a:solidFill>
                <a:latin typeface="Noto Sans"/>
              </a:rPr>
              <a:t>Otomatik Kodlayıcılar (Autoencoders - AE)</a:t>
            </a:r>
            <a:endParaRPr b="0" lang="tr-TR" sz="2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5" name="" descr=""/>
          <p:cNvPicPr/>
          <p:nvPr/>
        </p:nvPicPr>
        <p:blipFill>
          <a:blip r:embed="rId1"/>
          <a:stretch/>
        </p:blipFill>
        <p:spPr>
          <a:xfrm>
            <a:off x="2640240" y="2563920"/>
            <a:ext cx="990360" cy="52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"/>
          <p:cNvSpPr/>
          <p:nvPr/>
        </p:nvSpPr>
        <p:spPr>
          <a:xfrm>
            <a:off x="914400" y="2835000"/>
            <a:ext cx="91440" cy="164592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806040" y="450360"/>
            <a:ext cx="7862400" cy="95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tr-TR" sz="2500" spc="-1" strike="noStrike">
                <a:solidFill>
                  <a:srgbClr val="000000"/>
                </a:solidFill>
                <a:latin typeface="Noto Sans"/>
              </a:rPr>
              <a:t>Otomatik Kodlayıcılar (Autoencoders - AE)</a:t>
            </a:r>
            <a:endParaRPr b="0" lang="tr-TR" sz="2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8" name="" descr=""/>
          <p:cNvPicPr/>
          <p:nvPr/>
        </p:nvPicPr>
        <p:blipFill>
          <a:blip r:embed="rId1"/>
          <a:stretch/>
        </p:blipFill>
        <p:spPr>
          <a:xfrm>
            <a:off x="1706400" y="1125360"/>
            <a:ext cx="6389640" cy="3660480"/>
          </a:xfrm>
          <a:prstGeom prst="rect">
            <a:avLst/>
          </a:prstGeom>
          <a:ln w="0">
            <a:noFill/>
          </a:ln>
        </p:spPr>
      </p:pic>
      <p:sp>
        <p:nvSpPr>
          <p:cNvPr id="559" name=""/>
          <p:cNvSpPr txBox="1"/>
          <p:nvPr/>
        </p:nvSpPr>
        <p:spPr>
          <a:xfrm>
            <a:off x="-1844640" y="4785840"/>
            <a:ext cx="7862400" cy="95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tr-TR" sz="2500" spc="-1" strike="noStrike">
                <a:solidFill>
                  <a:srgbClr val="000000"/>
                </a:solidFill>
                <a:latin typeface="Noto Sans"/>
              </a:rPr>
              <a:t>Embedding</a:t>
            </a:r>
            <a:endParaRPr b="0" lang="tr-TR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"/>
          <p:cNvSpPr txBox="1"/>
          <p:nvPr/>
        </p:nvSpPr>
        <p:spPr>
          <a:xfrm>
            <a:off x="1053360" y="1161720"/>
            <a:ext cx="7994520" cy="477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Problem: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Standart RNN'ler uzun vadeli bağımlılıkları öğrenemez (Gradyan kaybolması).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Çözüm: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Sabit Hata Atlıkarıncası (CEC) ve kapı mekanizmaları.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Kapı Sistemleri: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Unutma Kapısı (       ): 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(Neyi unutacağız?)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Giriş Kapısı (        ):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(Neyi kaydedeceğiz?)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Çıkış Kapısı (         ):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(Neyi dışarı vereceğiz?)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>
            <a:off x="914400" y="2835000"/>
            <a:ext cx="91440" cy="164592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1742760" y="450360"/>
            <a:ext cx="7862400" cy="95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tr-TR" sz="2500" spc="-1" strike="noStrike">
                <a:solidFill>
                  <a:srgbClr val="000000"/>
                </a:solidFill>
                <a:latin typeface="Noto Sans"/>
              </a:rPr>
              <a:t>Uzun Kısa Süreli Bellek (LSTM): Zamansal Analiz</a:t>
            </a:r>
            <a:endParaRPr b="0" lang="tr-TR" sz="2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3" name="" descr=""/>
          <p:cNvPicPr/>
          <p:nvPr/>
        </p:nvPicPr>
        <p:blipFill>
          <a:blip r:embed="rId1"/>
          <a:stretch/>
        </p:blipFill>
        <p:spPr>
          <a:xfrm>
            <a:off x="2718360" y="2862360"/>
            <a:ext cx="201240" cy="280800"/>
          </a:xfrm>
          <a:prstGeom prst="rect">
            <a:avLst/>
          </a:prstGeom>
          <a:ln w="0">
            <a:noFill/>
          </a:ln>
        </p:spPr>
      </p:pic>
      <p:pic>
        <p:nvPicPr>
          <p:cNvPr id="564" name="" descr=""/>
          <p:cNvPicPr/>
          <p:nvPr/>
        </p:nvPicPr>
        <p:blipFill>
          <a:blip r:embed="rId2"/>
          <a:stretch/>
        </p:blipFill>
        <p:spPr>
          <a:xfrm>
            <a:off x="2402640" y="3117600"/>
            <a:ext cx="214560" cy="334800"/>
          </a:xfrm>
          <a:prstGeom prst="rect">
            <a:avLst/>
          </a:prstGeom>
          <a:ln w="0">
            <a:noFill/>
          </a:ln>
        </p:spPr>
      </p:pic>
      <p:pic>
        <p:nvPicPr>
          <p:cNvPr id="565" name="" descr=""/>
          <p:cNvPicPr/>
          <p:nvPr/>
        </p:nvPicPr>
        <p:blipFill>
          <a:blip r:embed="rId3"/>
          <a:stretch/>
        </p:blipFill>
        <p:spPr>
          <a:xfrm>
            <a:off x="2450880" y="3436560"/>
            <a:ext cx="224640" cy="24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"/>
          <p:cNvSpPr txBox="1"/>
          <p:nvPr/>
        </p:nvSpPr>
        <p:spPr>
          <a:xfrm>
            <a:off x="1053360" y="1161720"/>
            <a:ext cx="7994520" cy="477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Hücre Durumu Güncellemesi (ct):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Çıkış Denklemi (ht):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Peephole LSTM: Kapıların hücre durumunu doğrudan gözlemlediği gelişmiş varyant.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</p:txBody>
      </p:sp>
      <p:sp>
        <p:nvSpPr>
          <p:cNvPr id="567" name=""/>
          <p:cNvSpPr/>
          <p:nvPr/>
        </p:nvSpPr>
        <p:spPr>
          <a:xfrm>
            <a:off x="914400" y="2835000"/>
            <a:ext cx="91440" cy="164592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-1860840" y="386640"/>
            <a:ext cx="7862400" cy="95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tr-TR" sz="2500" spc="-1" strike="noStrike">
                <a:solidFill>
                  <a:srgbClr val="000000"/>
                </a:solidFill>
                <a:latin typeface="Noto Sans"/>
              </a:rPr>
              <a:t>LSTM Matematiksel Akışı</a:t>
            </a:r>
            <a:endParaRPr b="0" lang="tr-TR" sz="2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9" name="" descr=""/>
          <p:cNvPicPr/>
          <p:nvPr/>
        </p:nvPicPr>
        <p:blipFill>
          <a:blip r:embed="rId1"/>
          <a:stretch/>
        </p:blipFill>
        <p:spPr>
          <a:xfrm>
            <a:off x="4469040" y="1215000"/>
            <a:ext cx="2561040" cy="356040"/>
          </a:xfrm>
          <a:prstGeom prst="rect">
            <a:avLst/>
          </a:prstGeom>
          <a:ln w="0">
            <a:noFill/>
          </a:ln>
        </p:spPr>
      </p:pic>
      <p:pic>
        <p:nvPicPr>
          <p:cNvPr id="570" name="" descr=""/>
          <p:cNvPicPr/>
          <p:nvPr/>
        </p:nvPicPr>
        <p:blipFill>
          <a:blip r:embed="rId2"/>
          <a:stretch/>
        </p:blipFill>
        <p:spPr>
          <a:xfrm>
            <a:off x="3040200" y="1697040"/>
            <a:ext cx="1957320" cy="478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"/>
          <p:cNvSpPr txBox="1"/>
          <p:nvPr/>
        </p:nvSpPr>
        <p:spPr>
          <a:xfrm>
            <a:off x="1053360" y="1161720"/>
            <a:ext cx="7994520" cy="477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Temsil Öğrenimi: 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Modelin, ham veriden hiyerarşik özellikleri (kenarlar -&gt; şekiller -&gt; objeler) kendi kendine keşfetmesi.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Yorumlanabilirlik Sorunu: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Modellerin tahmin gücü yüksektir ancak kararların nedenleri (çıkarımsal yapı) bir "kara kutu"dur.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Uygulama Seçimi: 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CNN'ler uzamsal veriler (görüntü), LSTM'ler sıralı veriler (metin, ses) için baskındır.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</p:txBody>
      </p:sp>
      <p:sp>
        <p:nvSpPr>
          <p:cNvPr id="572" name=""/>
          <p:cNvSpPr/>
          <p:nvPr/>
        </p:nvSpPr>
        <p:spPr>
          <a:xfrm>
            <a:off x="914400" y="2835000"/>
            <a:ext cx="91440" cy="164592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456840" y="386640"/>
            <a:ext cx="7862400" cy="95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tr-TR" sz="2500" spc="-1" strike="noStrike">
                <a:solidFill>
                  <a:srgbClr val="000000"/>
                </a:solidFill>
                <a:latin typeface="Noto Sans"/>
              </a:rPr>
              <a:t>Tartışma: Temsil Öğrenimi ve Kara Kutu</a:t>
            </a:r>
            <a:endParaRPr b="0" lang="tr-TR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"/>
          <p:cNvSpPr txBox="1"/>
          <p:nvPr/>
        </p:nvSpPr>
        <p:spPr>
          <a:xfrm>
            <a:off x="1053360" y="1161720"/>
            <a:ext cx="7994520" cy="477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Bulgu: 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Makaledeki analize göre, kabul edilebilir (%5 altı) hata payı için en az 25.000 eğitim örneği gerekmektedir.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Önemli Çıkarım: 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Derin öğrenme yöntemleri mucize yaratmaz; örneklem büyüklüğü yetersizse model çöker.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Büyük Veri Gereksinimi: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Derin ağların gücü, devasa verilerle beslendiklerinde ortaya çıkar.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</p:txBody>
      </p:sp>
      <p:sp>
        <p:nvSpPr>
          <p:cNvPr id="575" name=""/>
          <p:cNvSpPr/>
          <p:nvPr/>
        </p:nvSpPr>
        <p:spPr>
          <a:xfrm>
            <a:off x="914400" y="2835000"/>
            <a:ext cx="91440" cy="164592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-91080" y="386640"/>
            <a:ext cx="7862400" cy="95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tr-TR" sz="2500" spc="-1" strike="noStrike">
                <a:solidFill>
                  <a:srgbClr val="000000"/>
                </a:solidFill>
                <a:latin typeface="Noto Sans"/>
              </a:rPr>
              <a:t>Veri Miktarı Analizi (EMNIST Deneyi)</a:t>
            </a:r>
            <a:endParaRPr b="0" lang="tr-TR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"/>
          <p:cNvSpPr txBox="1"/>
          <p:nvPr/>
        </p:nvSpPr>
        <p:spPr>
          <a:xfrm>
            <a:off x="1053360" y="1161720"/>
            <a:ext cx="7994520" cy="477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Derin Pekiştirmeli Öğrenme (DRL):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 Karar verme ve oyun teorisi (AlphaGo vb.).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Graf CNN'ler: 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Sosyal ağlar ve moleküler yapılar gibi grafik veriler için.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Varyasyonel Otomatik Kodlayıcılar (VAE): 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Yeni veri üretimi (generative) için olasılıksal modeller.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</p:txBody>
      </p:sp>
      <p:sp>
        <p:nvSpPr>
          <p:cNvPr id="578" name=""/>
          <p:cNvSpPr/>
          <p:nvPr/>
        </p:nvSpPr>
        <p:spPr>
          <a:xfrm>
            <a:off x="914400" y="2835000"/>
            <a:ext cx="91440" cy="164592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-337320" y="386640"/>
            <a:ext cx="7862400" cy="95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tr-TR" sz="2500" spc="-1" strike="noStrike">
                <a:solidFill>
                  <a:srgbClr val="000000"/>
                </a:solidFill>
                <a:latin typeface="Noto Sans"/>
              </a:rPr>
              <a:t>Gelişmiş Derin Öğrenme Modelleri</a:t>
            </a:r>
            <a:endParaRPr b="0" lang="tr-TR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"/>
          <p:cNvSpPr txBox="1"/>
          <p:nvPr/>
        </p:nvSpPr>
        <p:spPr>
          <a:xfrm>
            <a:off x="1053360" y="1161720"/>
            <a:ext cx="7994520" cy="477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Bileşen Tabanlı Tasarım: 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İncelenen beş mimari (D-FFNN, CNN, DBN, AE, LSTM), modern yapay zekanın yapı taşlarıdır.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000000"/>
                </a:solidFill>
                <a:latin typeface="Noto Sans"/>
              </a:rPr>
              <a:t>Gelecek: </a:t>
            </a: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Yazılım sistemlerine derin öğrenme entegrasyonu, sadece kod yazmayı değil, veri akışını ve donanım optimizasyonunu (GPU/TPU) anlamayı da gerektirir.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>
            <a:off x="914400" y="2835000"/>
            <a:ext cx="91440" cy="164592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742320" y="386640"/>
            <a:ext cx="7862400" cy="95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tr-TR" sz="2500" spc="-1" strike="noStrike">
                <a:solidFill>
                  <a:srgbClr val="000000"/>
                </a:solidFill>
                <a:latin typeface="Noto Sans"/>
              </a:rPr>
              <a:t>Sonuç ve Yazılım Mühendisliği Perspektifi</a:t>
            </a:r>
            <a:endParaRPr b="0" lang="tr-TR" sz="2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"/>
          <p:cNvSpPr txBox="1"/>
          <p:nvPr/>
        </p:nvSpPr>
        <p:spPr>
          <a:xfrm>
            <a:off x="1053360" y="1161720"/>
            <a:ext cx="7994520" cy="477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Mimariyi anlamak, gelecekteki karmaşık YZ problemlerine hazırlıklı olmak demektir.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</p:txBody>
      </p:sp>
      <p:sp>
        <p:nvSpPr>
          <p:cNvPr id="584" name=""/>
          <p:cNvSpPr/>
          <p:nvPr/>
        </p:nvSpPr>
        <p:spPr>
          <a:xfrm>
            <a:off x="914400" y="2835000"/>
            <a:ext cx="91440" cy="1645920"/>
          </a:xfrm>
          <a:prstGeom prst="rect">
            <a:avLst/>
          </a:prstGeom>
          <a:solidFill>
            <a:srgbClr val="ced4d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-4972680" y="434520"/>
            <a:ext cx="7862400" cy="95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tr-TR" sz="2500" spc="-1" strike="noStrike">
                <a:solidFill>
                  <a:srgbClr val="000000"/>
                </a:solidFill>
                <a:latin typeface="Noto Sans"/>
              </a:rPr>
              <a:t>Özet</a:t>
            </a:r>
            <a:endParaRPr b="0" lang="tr-TR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-1519560" y="2181240"/>
            <a:ext cx="7862400" cy="95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/>
            <a:r>
              <a:rPr b="1" lang="tr-TR" sz="2500" spc="-1" strike="noStrike">
                <a:solidFill>
                  <a:srgbClr val="000000"/>
                </a:solidFill>
                <a:latin typeface="Noto Sans"/>
              </a:rPr>
              <a:t>Teknik Özet (Denklemler):</a:t>
            </a:r>
            <a:endParaRPr b="0" lang="tr-TR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1053360" y="3003480"/>
            <a:ext cx="7994520" cy="477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Geri Yayılım Hatası: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MSE Hata Fonksiyonu: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tr-TR" sz="1600" spc="-1" strike="noStrike">
                <a:solidFill>
                  <a:srgbClr val="808080"/>
                </a:solidFill>
                <a:latin typeface="Noto Sans"/>
              </a:rPr>
              <a:t>Softmax:</a:t>
            </a:r>
            <a:endParaRPr b="0" lang="tr-TR" sz="1600" spc="-1" strike="noStrike">
              <a:solidFill>
                <a:srgbClr val="808080"/>
              </a:solidFill>
              <a:latin typeface="Arial"/>
            </a:endParaRPr>
          </a:p>
        </p:txBody>
      </p:sp>
      <p:pic>
        <p:nvPicPr>
          <p:cNvPr id="588" name="" descr=""/>
          <p:cNvPicPr/>
          <p:nvPr/>
        </p:nvPicPr>
        <p:blipFill>
          <a:blip r:embed="rId1"/>
          <a:stretch/>
        </p:blipFill>
        <p:spPr>
          <a:xfrm>
            <a:off x="3127680" y="3003480"/>
            <a:ext cx="3697560" cy="458280"/>
          </a:xfrm>
          <a:prstGeom prst="rect">
            <a:avLst/>
          </a:prstGeom>
          <a:ln w="0">
            <a:noFill/>
          </a:ln>
        </p:spPr>
      </p:pic>
      <p:pic>
        <p:nvPicPr>
          <p:cNvPr id="589" name="" descr=""/>
          <p:cNvPicPr/>
          <p:nvPr/>
        </p:nvPicPr>
        <p:blipFill>
          <a:blip r:embed="rId2"/>
          <a:stretch/>
        </p:blipFill>
        <p:spPr>
          <a:xfrm>
            <a:off x="3362760" y="3579840"/>
            <a:ext cx="2496600" cy="401040"/>
          </a:xfrm>
          <a:prstGeom prst="rect">
            <a:avLst/>
          </a:prstGeom>
          <a:ln w="0">
            <a:noFill/>
          </a:ln>
        </p:spPr>
      </p:pic>
      <p:pic>
        <p:nvPicPr>
          <p:cNvPr id="590" name="" descr=""/>
          <p:cNvPicPr/>
          <p:nvPr/>
        </p:nvPicPr>
        <p:blipFill>
          <a:blip r:embed="rId3"/>
          <a:stretch/>
        </p:blipFill>
        <p:spPr>
          <a:xfrm>
            <a:off x="2092680" y="4021200"/>
            <a:ext cx="1470240" cy="590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"/>
          <p:cNvSpPr txBox="1"/>
          <p:nvPr/>
        </p:nvSpPr>
        <p:spPr>
          <a:xfrm>
            <a:off x="1814040" y="2619720"/>
            <a:ext cx="3566160" cy="123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tr-TR" sz="2200" spc="-1" strike="noStrike">
                <a:solidFill>
                  <a:srgbClr val="666666"/>
                </a:solidFill>
                <a:latin typeface="Noto Sans"/>
              </a:rPr>
              <a:t>RANA NUR OKTAY</a:t>
            </a:r>
            <a:endParaRPr b="0" lang="tr-TR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tr-TR" sz="2200" spc="-1" strike="noStrike">
                <a:solidFill>
                  <a:srgbClr val="666666"/>
                </a:solidFill>
                <a:latin typeface="Noto Sans"/>
              </a:rPr>
              <a:t>02220224004</a:t>
            </a:r>
            <a:endParaRPr b="0" lang="tr-TR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tr-TR" sz="2200" spc="-1" strike="noStrike">
                <a:solidFill>
                  <a:srgbClr val="666666"/>
                </a:solidFill>
                <a:latin typeface="Noto Sans"/>
              </a:rPr>
              <a:t>KAZIM HANBAY</a:t>
            </a:r>
            <a:endParaRPr b="0" lang="tr-T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"/>
          <p:cNvSpPr/>
          <p:nvPr/>
        </p:nvSpPr>
        <p:spPr>
          <a:xfrm>
            <a:off x="5873400" y="1190520"/>
            <a:ext cx="4094280" cy="4094280"/>
          </a:xfrm>
          <a:custGeom>
            <a:avLst/>
            <a:gdLst/>
            <a:ahLst/>
            <a:rect l="0" t="0" r="r" b="b"/>
            <a:pathLst>
              <a:path w="11373" h="11373">
                <a:moveTo>
                  <a:pt x="0" y="5726"/>
                </a:moveTo>
                <a:lnTo>
                  <a:pt x="5646" y="0"/>
                </a:lnTo>
                <a:lnTo>
                  <a:pt x="11373" y="5648"/>
                </a:lnTo>
                <a:lnTo>
                  <a:pt x="5727" y="11373"/>
                </a:lnTo>
                <a:lnTo>
                  <a:pt x="5725" y="11373"/>
                </a:lnTo>
                <a:lnTo>
                  <a:pt x="0" y="5728"/>
                </a:lnTo>
                <a:lnTo>
                  <a:pt x="0" y="5726"/>
                </a:lnTo>
                <a:close/>
              </a:path>
            </a:pathLst>
          </a:custGeom>
          <a:blipFill rotWithShape="0">
            <a:blip r:embed="rId1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tr-T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Application>LibreOffice/7.4.3.2$Windows_X86_64 LibreOffice_project/1048a8393ae2eeec98dff31b5c133c5f1d08b890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2026-03-16T15:44:38Z</dcterms:created>
  <dc:creator/>
  <dc:description/>
  <dc:language>tr-TR</dc:language>
  <cp:lastModifiedBy/>
  <dcterms:modified xsi:type="dcterms:W3CDTF">2026-03-16T16:56:30Z</dcterms:modified>
  <cp:revision>2</cp:revision>
  <dc:subject/>
  <dc:title>Grey Elegant</dc:title>
</cp:coreProperties>
</file>